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93"/>
    <p:restoredTop sz="95687"/>
  </p:normalViewPr>
  <p:slideViewPr>
    <p:cSldViewPr snapToGrid="0" snapToObjects="1">
      <p:cViewPr varScale="1">
        <p:scale>
          <a:sx n="128" d="100"/>
          <a:sy n="128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1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8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6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6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43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6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5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5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2C8FF-D5A5-8648-9D52-C96F632F3185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1A84-D7C4-AB40-8731-FA62F2A2D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6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72788E-8705-750D-E746-3DFF08E81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537" y="265406"/>
            <a:ext cx="6398315" cy="360198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+mj-lt"/>
              </a:rPr>
              <a:t>Hallo </a:t>
            </a:r>
            <a:r>
              <a:rPr lang="en-US" sz="1800" dirty="0" err="1">
                <a:latin typeface="+mj-lt"/>
              </a:rPr>
              <a:t>daar</a:t>
            </a:r>
            <a:r>
              <a:rPr lang="en-US" sz="1800" dirty="0">
                <a:latin typeface="+mj-lt"/>
              </a:rPr>
              <a:t>!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+mj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+mj-lt"/>
              </a:rPr>
              <a:t>Leuk </a:t>
            </a:r>
            <a:r>
              <a:rPr lang="en-US" sz="1800" dirty="0" err="1">
                <a:latin typeface="+mj-lt"/>
              </a:rPr>
              <a:t>jullie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ontmoeten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jongens</a:t>
            </a:r>
            <a:r>
              <a:rPr lang="en-US" sz="1800" dirty="0">
                <a:latin typeface="+mj-lt"/>
              </a:rPr>
              <a:t>! </a:t>
            </a:r>
            <a:r>
              <a:rPr lang="en-US" sz="1800" dirty="0" err="1">
                <a:latin typeface="+mj-lt"/>
              </a:rPr>
              <a:t>Mijn</a:t>
            </a:r>
            <a:r>
              <a:rPr lang="en-US" sz="1800" dirty="0">
                <a:latin typeface="+mj-lt"/>
              </a:rPr>
              <a:t> naam is Alex </a:t>
            </a:r>
            <a:r>
              <a:rPr lang="en-US" sz="1800" dirty="0" err="1">
                <a:latin typeface="+mj-lt"/>
              </a:rPr>
              <a:t>en</a:t>
            </a:r>
            <a:r>
              <a:rPr lang="en-US" sz="1800" dirty="0">
                <a:latin typeface="+mj-lt"/>
              </a:rPr>
              <a:t> in </a:t>
            </a:r>
            <a:r>
              <a:rPr lang="en-US" sz="1800" dirty="0" err="1">
                <a:latin typeface="+mj-lt"/>
              </a:rPr>
              <a:t>dit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volgende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deel</a:t>
            </a:r>
            <a:r>
              <a:rPr lang="en-US" sz="1800" dirty="0">
                <a:latin typeface="+mj-lt"/>
              </a:rPr>
              <a:t> van het </a:t>
            </a:r>
            <a:r>
              <a:rPr lang="en-US" sz="1800" dirty="0" err="1">
                <a:latin typeface="+mj-lt"/>
              </a:rPr>
              <a:t>onderzoek</a:t>
            </a:r>
            <a:r>
              <a:rPr lang="en-US" sz="1800" dirty="0">
                <a:latin typeface="+mj-lt"/>
              </a:rPr>
              <a:t> ga </a:t>
            </a:r>
            <a:r>
              <a:rPr lang="en-US" sz="1800" dirty="0" err="1">
                <a:latin typeface="+mj-lt"/>
              </a:rPr>
              <a:t>ik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jullie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paar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houdingen</a:t>
            </a:r>
            <a:r>
              <a:rPr lang="en-US" sz="1800" dirty="0">
                <a:latin typeface="+mj-lt"/>
              </a:rPr>
              <a:t> laten </a:t>
            </a:r>
            <a:r>
              <a:rPr lang="en-US" sz="1800" dirty="0" err="1">
                <a:latin typeface="+mj-lt"/>
              </a:rPr>
              <a:t>zien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ik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wil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dat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jullie</a:t>
            </a:r>
            <a:r>
              <a:rPr lang="en-US" sz="1800" dirty="0">
                <a:latin typeface="+mj-lt"/>
              </a:rPr>
              <a:t> me </a:t>
            </a:r>
            <a:r>
              <a:rPr lang="en-US" sz="1800" dirty="0" err="1">
                <a:latin typeface="+mj-lt"/>
              </a:rPr>
              <a:t>vertellen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wanneer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jullie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denken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dat</a:t>
            </a:r>
            <a:r>
              <a:rPr lang="en-US" sz="1800" dirty="0">
                <a:latin typeface="+mj-lt"/>
              </a:rPr>
              <a:t> ze </a:t>
            </a:r>
            <a:r>
              <a:rPr lang="en-US" sz="1800" dirty="0" err="1">
                <a:latin typeface="+mj-lt"/>
              </a:rPr>
              <a:t>pijnlijk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kunnen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zijn</a:t>
            </a:r>
            <a:r>
              <a:rPr lang="en-US" sz="1800" dirty="0">
                <a:latin typeface="+mj-lt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+mj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800" dirty="0" err="1">
                <a:latin typeface="+mj-lt"/>
              </a:rPr>
              <a:t>Dit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deel</a:t>
            </a:r>
            <a:r>
              <a:rPr lang="en-US" sz="1800" dirty="0">
                <a:latin typeface="+mj-lt"/>
              </a:rPr>
              <a:t> van het </a:t>
            </a:r>
            <a:r>
              <a:rPr lang="en-US" sz="1800" dirty="0" err="1">
                <a:latin typeface="+mj-lt"/>
              </a:rPr>
              <a:t>onderzoek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zal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ongeveer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/>
              <a:t>15 </a:t>
            </a:r>
            <a:r>
              <a:rPr lang="en-US" sz="1800" b="1" dirty="0" err="1"/>
              <a:t>minuten</a:t>
            </a:r>
            <a:r>
              <a:rPr lang="en-US" sz="1800" b="1" dirty="0"/>
              <a:t> </a:t>
            </a:r>
            <a:r>
              <a:rPr lang="en-US" sz="1800" b="1" dirty="0" err="1"/>
              <a:t>duren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dus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zoek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alsjeblieft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rustige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plek</a:t>
            </a:r>
            <a:r>
              <a:rPr lang="en-US" sz="1800" dirty="0">
                <a:latin typeface="+mj-lt"/>
              </a:rPr>
              <a:t> op </a:t>
            </a:r>
            <a:r>
              <a:rPr lang="en-US" sz="1800" dirty="0" err="1">
                <a:latin typeface="+mj-lt"/>
              </a:rPr>
              <a:t>waar</a:t>
            </a:r>
            <a:r>
              <a:rPr lang="en-US" sz="1800" dirty="0">
                <a:latin typeface="+mj-lt"/>
              </a:rPr>
              <a:t> je </a:t>
            </a:r>
            <a:r>
              <a:rPr lang="en-US" sz="1800" dirty="0" err="1">
                <a:latin typeface="+mj-lt"/>
              </a:rPr>
              <a:t>niet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gestoord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wordt</a:t>
            </a:r>
            <a:r>
              <a:rPr lang="en-US" sz="1800" dirty="0">
                <a:latin typeface="+mj-lt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+mj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+mj-lt"/>
              </a:rPr>
              <a:t>Om </a:t>
            </a:r>
            <a:r>
              <a:rPr lang="en-US" sz="1800" dirty="0" err="1">
                <a:latin typeface="+mj-lt"/>
              </a:rPr>
              <a:t>ervoor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zorgen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dat</a:t>
            </a:r>
            <a:r>
              <a:rPr lang="en-US" sz="1800" dirty="0">
                <a:latin typeface="+mj-lt"/>
              </a:rPr>
              <a:t> je </a:t>
            </a:r>
            <a:r>
              <a:rPr lang="en-US" sz="1800" dirty="0" err="1">
                <a:latin typeface="+mj-lt"/>
              </a:rPr>
              <a:t>alles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goed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zien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kan</a:t>
            </a:r>
            <a:r>
              <a:rPr lang="en-US" sz="1800" dirty="0">
                <a:latin typeface="+mj-lt"/>
              </a:rPr>
              <a:t> je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/>
              <a:t>computer of tablet </a:t>
            </a:r>
            <a:r>
              <a:rPr lang="en-US" sz="1800" dirty="0" err="1">
                <a:latin typeface="+mj-lt"/>
              </a:rPr>
              <a:t>gebruiken</a:t>
            </a:r>
            <a:r>
              <a:rPr lang="en-US" sz="1800" dirty="0">
                <a:latin typeface="+mj-lt"/>
              </a:rPr>
              <a:t>. </a:t>
            </a:r>
            <a:r>
              <a:rPr lang="en-US" sz="1800" dirty="0" err="1">
                <a:latin typeface="+mj-lt"/>
              </a:rPr>
              <a:t>Vergeet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niet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 err="1"/>
              <a:t>koptelefoon</a:t>
            </a:r>
            <a:r>
              <a:rPr lang="en-US" sz="1800" dirty="0">
                <a:latin typeface="+mj-lt"/>
              </a:rPr>
              <a:t> mee </a:t>
            </a:r>
            <a:r>
              <a:rPr lang="en-US" sz="1800" dirty="0" err="1">
                <a:latin typeface="+mj-lt"/>
              </a:rPr>
              <a:t>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nemen</a:t>
            </a:r>
            <a:r>
              <a:rPr lang="en-US" sz="1800" dirty="0">
                <a:latin typeface="+mj-lt"/>
              </a:rPr>
              <a:t>!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+mj-lt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+mj-lt"/>
              </a:rPr>
              <a:t>Als je van </a:t>
            </a:r>
            <a:r>
              <a:rPr lang="en-US" sz="1800" dirty="0" err="1">
                <a:latin typeface="+mj-lt"/>
              </a:rPr>
              <a:t>apparaat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moet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veranderen</a:t>
            </a:r>
            <a:r>
              <a:rPr lang="en-US" sz="1800" dirty="0">
                <a:latin typeface="+mj-lt"/>
              </a:rPr>
              <a:t>, sluit dan </a:t>
            </a:r>
            <a:r>
              <a:rPr lang="en-US" sz="1800" dirty="0" err="1">
                <a:latin typeface="+mj-lt"/>
              </a:rPr>
              <a:t>dit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venster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klik</a:t>
            </a:r>
            <a:r>
              <a:rPr lang="en-US" sz="1800" dirty="0">
                <a:latin typeface="+mj-lt"/>
              </a:rPr>
              <a:t> op de link die we </a:t>
            </a:r>
            <a:r>
              <a:rPr lang="en-US" sz="1800" dirty="0" err="1">
                <a:latin typeface="+mj-lt"/>
              </a:rPr>
              <a:t>jou</a:t>
            </a:r>
            <a:r>
              <a:rPr lang="en-US" sz="1800" dirty="0">
                <a:latin typeface="+mj-lt"/>
              </a:rPr>
              <a:t> op het </a:t>
            </a:r>
            <a:r>
              <a:rPr lang="en-US" sz="1800" dirty="0" err="1">
                <a:latin typeface="+mj-lt"/>
              </a:rPr>
              <a:t>nieuwe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apparaat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hebben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gestuurd</a:t>
            </a:r>
            <a:r>
              <a:rPr lang="en-US" sz="1800" dirty="0">
                <a:latin typeface="+mj-lt"/>
              </a:rPr>
              <a:t>. </a:t>
            </a:r>
            <a:r>
              <a:rPr lang="en-US" sz="1800" dirty="0" err="1">
                <a:latin typeface="+mj-lt"/>
              </a:rPr>
              <a:t>Vergeet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niet</a:t>
            </a:r>
            <a:r>
              <a:rPr lang="en-US" sz="1800" dirty="0">
                <a:latin typeface="+mj-lt"/>
              </a:rPr>
              <a:t> om je </a:t>
            </a:r>
            <a:r>
              <a:rPr lang="en-US" sz="1800" dirty="0" err="1">
                <a:latin typeface="+mj-lt"/>
              </a:rPr>
              <a:t>studie</a:t>
            </a:r>
            <a:r>
              <a:rPr lang="en-US" sz="1800" dirty="0">
                <a:latin typeface="+mj-lt"/>
              </a:rPr>
              <a:t> ID code </a:t>
            </a:r>
            <a:r>
              <a:rPr lang="en-US" sz="1800" dirty="0" err="1">
                <a:latin typeface="+mj-lt"/>
              </a:rPr>
              <a:t>opnieuw</a:t>
            </a:r>
            <a:r>
              <a:rPr lang="en-US" sz="1800" dirty="0">
                <a:latin typeface="+mj-lt"/>
              </a:rPr>
              <a:t> in </a:t>
            </a:r>
            <a:r>
              <a:rPr lang="en-US" sz="1800" dirty="0" err="1">
                <a:latin typeface="+mj-lt"/>
              </a:rPr>
              <a:t>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voeren</a:t>
            </a:r>
            <a:r>
              <a:rPr lang="en-US" sz="1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09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E64CA-6A47-4A1A-4593-562771035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67" y="215486"/>
            <a:ext cx="639831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800" dirty="0">
                <a:latin typeface="+mj-lt"/>
              </a:rPr>
              <a:t>Eerst </a:t>
            </a:r>
            <a:r>
              <a:rPr lang="de-DE" sz="1800" dirty="0" err="1">
                <a:latin typeface="+mj-lt"/>
              </a:rPr>
              <a:t>moeten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we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controleren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of</a:t>
            </a:r>
            <a:r>
              <a:rPr lang="de-DE" sz="1800" dirty="0">
                <a:latin typeface="+mj-lt"/>
              </a:rPr>
              <a:t> je de </a:t>
            </a:r>
            <a:r>
              <a:rPr lang="de-DE" sz="1800" dirty="0" err="1">
                <a:latin typeface="+mj-lt"/>
              </a:rPr>
              <a:t>geluiden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kunt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horen</a:t>
            </a:r>
            <a:r>
              <a:rPr lang="de-DE" sz="1800" dirty="0">
                <a:latin typeface="+mj-lt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800" dirty="0">
              <a:latin typeface="+mj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800" dirty="0">
                <a:latin typeface="+mj-lt"/>
              </a:rPr>
              <a:t>Om </a:t>
            </a:r>
            <a:r>
              <a:rPr lang="de-DE" sz="1800" dirty="0" err="1">
                <a:latin typeface="+mj-lt"/>
              </a:rPr>
              <a:t>dit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doen</a:t>
            </a:r>
            <a:r>
              <a:rPr lang="de-DE" sz="1800" dirty="0">
                <a:latin typeface="+mj-lt"/>
              </a:rPr>
              <a:t>, </a:t>
            </a:r>
            <a:r>
              <a:rPr lang="de-DE" sz="1800" dirty="0" err="1">
                <a:latin typeface="+mj-lt"/>
              </a:rPr>
              <a:t>stel</a:t>
            </a:r>
            <a:r>
              <a:rPr lang="de-DE" sz="1800" dirty="0">
                <a:latin typeface="+mj-lt"/>
              </a:rPr>
              <a:t> je je </a:t>
            </a:r>
            <a:r>
              <a:rPr lang="de-DE" sz="1800" dirty="0" err="1">
                <a:latin typeface="+mj-lt"/>
              </a:rPr>
              <a:t>volume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zo</a:t>
            </a:r>
            <a:r>
              <a:rPr lang="de-DE" sz="1800" dirty="0">
                <a:latin typeface="+mj-lt"/>
              </a:rPr>
              <a:t> in dat je </a:t>
            </a:r>
            <a:r>
              <a:rPr lang="de-DE" sz="1800" dirty="0" err="1">
                <a:latin typeface="+mj-lt"/>
              </a:rPr>
              <a:t>het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geluid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alleen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heel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zachtjes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hoort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wanneer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het</a:t>
            </a:r>
            <a:r>
              <a:rPr lang="de-DE" sz="1800" dirty="0">
                <a:latin typeface="+mj-lt"/>
              </a:rPr>
              <a:t> </a:t>
            </a:r>
            <a:r>
              <a:rPr lang="de-DE" sz="1800" b="1" dirty="0">
                <a:solidFill>
                  <a:schemeClr val="accent1"/>
                </a:solidFill>
              </a:rPr>
              <a:t>BLAUWE</a:t>
            </a:r>
            <a:r>
              <a:rPr lang="de-DE" sz="18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vierkantje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drukt</a:t>
            </a:r>
            <a:r>
              <a:rPr lang="de-DE" sz="1800" dirty="0">
                <a:latin typeface="+mj-lt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sz="1800" dirty="0">
              <a:latin typeface="+mj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de-DE" sz="1800" dirty="0">
                <a:latin typeface="+mj-lt"/>
              </a:rPr>
              <a:t>Het </a:t>
            </a:r>
            <a:r>
              <a:rPr lang="de-DE" sz="1800" dirty="0" err="1">
                <a:latin typeface="+mj-lt"/>
              </a:rPr>
              <a:t>geluid</a:t>
            </a:r>
            <a:r>
              <a:rPr lang="de-DE" sz="1800" dirty="0">
                <a:latin typeface="+mj-lt"/>
              </a:rPr>
              <a:t> dat je </a:t>
            </a:r>
            <a:r>
              <a:rPr lang="de-DE" sz="1800" dirty="0" err="1">
                <a:latin typeface="+mj-lt"/>
              </a:rPr>
              <a:t>hoort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wanneer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de </a:t>
            </a:r>
            <a:r>
              <a:rPr lang="de-DE" sz="1800" b="1" dirty="0">
                <a:solidFill>
                  <a:srgbClr val="FF0000"/>
                </a:solidFill>
              </a:rPr>
              <a:t>RODE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cirkel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drukt</a:t>
            </a:r>
            <a:r>
              <a:rPr lang="de-DE" sz="1800" dirty="0">
                <a:latin typeface="+mj-lt"/>
              </a:rPr>
              <a:t>, </a:t>
            </a:r>
            <a:r>
              <a:rPr lang="de-DE" sz="1800" dirty="0" err="1">
                <a:latin typeface="+mj-lt"/>
              </a:rPr>
              <a:t>moet</a:t>
            </a:r>
            <a:r>
              <a:rPr lang="de-DE" sz="1800" dirty="0">
                <a:latin typeface="+mj-lt"/>
              </a:rPr>
              <a:t> nu </a:t>
            </a:r>
            <a:r>
              <a:rPr lang="de-DE" sz="1800" dirty="0" err="1">
                <a:latin typeface="+mj-lt"/>
              </a:rPr>
              <a:t>luid</a:t>
            </a:r>
            <a:r>
              <a:rPr lang="de-DE" sz="1800" dirty="0">
                <a:latin typeface="+mj-lt"/>
              </a:rPr>
              <a:t> en </a:t>
            </a:r>
            <a:r>
              <a:rPr lang="de-DE" sz="1800" dirty="0" err="1">
                <a:latin typeface="+mj-lt"/>
              </a:rPr>
              <a:t>onaangenaam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zijn</a:t>
            </a:r>
            <a:r>
              <a:rPr lang="de-DE" sz="1800" dirty="0">
                <a:latin typeface="+mj-lt"/>
              </a:rPr>
              <a:t>, </a:t>
            </a:r>
            <a:r>
              <a:rPr lang="de-DE" sz="1800" dirty="0" err="1">
                <a:latin typeface="+mj-lt"/>
              </a:rPr>
              <a:t>maar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niet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pijnlijk</a:t>
            </a:r>
            <a:r>
              <a:rPr lang="de-DE" sz="1800" dirty="0">
                <a:latin typeface="+mj-lt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210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8A2D-FC06-BA16-F639-5FC86F0B8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258" y="374512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latin typeface="+mj-lt"/>
              </a:rPr>
              <a:t>Hoe </a:t>
            </a:r>
            <a:r>
              <a:rPr lang="de-DE" sz="1800" b="1" dirty="0" err="1"/>
              <a:t>onaangenaam</a:t>
            </a:r>
            <a:r>
              <a:rPr lang="de-DE" sz="1800" b="1" dirty="0">
                <a:latin typeface="+mj-lt"/>
              </a:rPr>
              <a:t> </a:t>
            </a:r>
            <a:r>
              <a:rPr lang="de-DE" sz="1800" dirty="0">
                <a:latin typeface="+mj-lt"/>
              </a:rPr>
              <a:t>was de </a:t>
            </a:r>
            <a:r>
              <a:rPr lang="de-DE" sz="1800" dirty="0" err="1">
                <a:latin typeface="+mj-lt"/>
              </a:rPr>
              <a:t>schreeuw</a:t>
            </a:r>
            <a:r>
              <a:rPr lang="de-DE" sz="1800" dirty="0">
                <a:latin typeface="+mj-lt"/>
              </a:rPr>
              <a:t>?</a:t>
            </a:r>
          </a:p>
          <a:p>
            <a:pPr marL="0" indent="0">
              <a:buNone/>
            </a:pPr>
            <a:endParaRPr lang="de-DE" sz="1800" dirty="0">
              <a:latin typeface="+mj-lt"/>
            </a:endParaRPr>
          </a:p>
          <a:p>
            <a:pPr marL="0" indent="0">
              <a:buNone/>
            </a:pPr>
            <a:r>
              <a:rPr lang="de-DE" sz="1800" dirty="0" err="1">
                <a:latin typeface="+mj-lt"/>
              </a:rPr>
              <a:t>Geef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antwoord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met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behulp</a:t>
            </a:r>
            <a:r>
              <a:rPr lang="de-DE" sz="1800" dirty="0">
                <a:latin typeface="+mj-lt"/>
              </a:rPr>
              <a:t> van de </a:t>
            </a:r>
            <a:r>
              <a:rPr lang="de-DE" sz="1800" dirty="0" err="1">
                <a:latin typeface="+mj-lt"/>
              </a:rPr>
              <a:t>onderstaande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beoordelingsschaal</a:t>
            </a:r>
            <a:r>
              <a:rPr lang="de-DE" sz="1800" dirty="0">
                <a:latin typeface="+mj-lt"/>
              </a:rPr>
              <a:t>. </a:t>
            </a:r>
            <a:r>
              <a:rPr lang="de-DE" sz="1800" i="1" dirty="0">
                <a:latin typeface="+mj-lt"/>
              </a:rPr>
              <a:t>Je hebt 6 </a:t>
            </a:r>
            <a:r>
              <a:rPr lang="de-DE" sz="1800" i="1" dirty="0" err="1">
                <a:latin typeface="+mj-lt"/>
              </a:rPr>
              <a:t>seconden</a:t>
            </a:r>
            <a:r>
              <a:rPr lang="de-DE" sz="1800" i="1" dirty="0">
                <a:latin typeface="+mj-lt"/>
              </a:rPr>
              <a:t> </a:t>
            </a:r>
            <a:r>
              <a:rPr lang="de-DE" sz="1800" i="1" dirty="0" err="1">
                <a:latin typeface="+mj-lt"/>
              </a:rPr>
              <a:t>om</a:t>
            </a:r>
            <a:r>
              <a:rPr lang="de-DE" sz="1800" i="1" dirty="0">
                <a:latin typeface="+mj-lt"/>
              </a:rPr>
              <a:t> </a:t>
            </a:r>
            <a:r>
              <a:rPr lang="de-DE" sz="1800" i="1" dirty="0" err="1">
                <a:latin typeface="+mj-lt"/>
              </a:rPr>
              <a:t>te</a:t>
            </a:r>
            <a:r>
              <a:rPr lang="de-DE" sz="1800" i="1" dirty="0">
                <a:latin typeface="+mj-lt"/>
              </a:rPr>
              <a:t> </a:t>
            </a:r>
            <a:r>
              <a:rPr lang="de-DE" sz="1800" i="1" dirty="0" err="1">
                <a:latin typeface="+mj-lt"/>
              </a:rPr>
              <a:t>antwoorden</a:t>
            </a:r>
            <a:r>
              <a:rPr lang="de-DE" sz="1800" i="1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172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D89F-5C41-8961-4B92-DABD7DC9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4" y="1760421"/>
            <a:ext cx="6402737" cy="410723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j-lt"/>
              </a:rPr>
              <a:t>Ik ga je nu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paar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verschillende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houdingen</a:t>
            </a:r>
            <a:r>
              <a:rPr lang="en-US" sz="1800" dirty="0">
                <a:latin typeface="+mj-lt"/>
              </a:rPr>
              <a:t> laten </a:t>
            </a:r>
            <a:r>
              <a:rPr lang="en-US" sz="1800" dirty="0" err="1">
                <a:latin typeface="+mj-lt"/>
              </a:rPr>
              <a:t>zien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ik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wil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dat</a:t>
            </a:r>
            <a:r>
              <a:rPr lang="en-US" sz="1800" dirty="0">
                <a:latin typeface="+mj-lt"/>
              </a:rPr>
              <a:t> je me </a:t>
            </a:r>
            <a:r>
              <a:rPr lang="en-US" sz="1800" dirty="0" err="1">
                <a:latin typeface="+mj-lt"/>
              </a:rPr>
              <a:t>vertelt</a:t>
            </a:r>
            <a:r>
              <a:rPr lang="en-US" sz="1800" dirty="0">
                <a:latin typeface="+mj-lt"/>
              </a:rPr>
              <a:t> hoe </a:t>
            </a:r>
            <a:r>
              <a:rPr lang="en-US" sz="1800" b="1" dirty="0" err="1"/>
              <a:t>pijnlijk</a:t>
            </a:r>
            <a:r>
              <a:rPr lang="en-US" sz="1800" dirty="0">
                <a:latin typeface="+mj-lt"/>
              </a:rPr>
              <a:t> je </a:t>
            </a:r>
            <a:r>
              <a:rPr lang="en-US" sz="1800" dirty="0" err="1">
                <a:latin typeface="+mj-lt"/>
              </a:rPr>
              <a:t>denkt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dat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deze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houdingen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 err="1"/>
              <a:t>voor</a:t>
            </a:r>
            <a:r>
              <a:rPr lang="en-US" sz="1800" b="1" dirty="0"/>
              <a:t> </a:t>
            </a:r>
            <a:r>
              <a:rPr lang="en-US" sz="1800" b="1" dirty="0" err="1"/>
              <a:t>jou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zouden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zijn</a:t>
            </a:r>
            <a:r>
              <a:rPr lang="en-US" sz="1800" dirty="0">
                <a:latin typeface="+mj-lt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j-lt"/>
              </a:rPr>
              <a:t>Je </a:t>
            </a:r>
            <a:r>
              <a:rPr lang="en-US" sz="1800" dirty="0" err="1">
                <a:latin typeface="+mj-lt"/>
              </a:rPr>
              <a:t>ziet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foto</a:t>
            </a:r>
            <a:r>
              <a:rPr lang="en-US" sz="1800" dirty="0">
                <a:latin typeface="+mj-lt"/>
              </a:rPr>
              <a:t> van de pose </a:t>
            </a:r>
            <a:r>
              <a:rPr lang="en-US" sz="1800" dirty="0" err="1">
                <a:latin typeface="+mj-lt"/>
              </a:rPr>
              <a:t>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na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paar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seconden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zie</a:t>
            </a:r>
            <a:r>
              <a:rPr lang="en-US" sz="1800" dirty="0">
                <a:latin typeface="+mj-lt"/>
              </a:rPr>
              <a:t> je er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vraag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onder</a:t>
            </a:r>
            <a:r>
              <a:rPr lang="en-US" sz="1800" dirty="0">
                <a:latin typeface="+mj-lt"/>
              </a:rPr>
              <a:t>, met </a:t>
            </a:r>
            <a:r>
              <a:rPr lang="en-US" sz="1800" dirty="0" err="1">
                <a:latin typeface="+mj-lt"/>
              </a:rPr>
              <a:t>een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schaal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waarop</a:t>
            </a:r>
            <a:r>
              <a:rPr lang="en-US" sz="1800" dirty="0">
                <a:latin typeface="+mj-lt"/>
              </a:rPr>
              <a:t> je </a:t>
            </a:r>
            <a:r>
              <a:rPr lang="en-US" sz="1800" dirty="0" err="1">
                <a:latin typeface="+mj-lt"/>
              </a:rPr>
              <a:t>kan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klikken</a:t>
            </a:r>
            <a:r>
              <a:rPr lang="en-US" sz="1800" dirty="0">
                <a:latin typeface="+mj-lt"/>
              </a:rPr>
              <a:t> om je </a:t>
            </a:r>
            <a:r>
              <a:rPr lang="en-US" sz="1800" dirty="0" err="1">
                <a:latin typeface="+mj-lt"/>
              </a:rPr>
              <a:t>antwoord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geven</a:t>
            </a:r>
            <a:r>
              <a:rPr lang="en-US" sz="1800" dirty="0">
                <a:latin typeface="+mj-lt"/>
              </a:rPr>
              <a:t>. </a:t>
            </a:r>
            <a:r>
              <a:rPr lang="en-US" sz="1800" dirty="0" err="1">
                <a:latin typeface="+mj-lt"/>
              </a:rPr>
              <a:t>Probeer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snel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zijn</a:t>
            </a:r>
            <a:r>
              <a:rPr lang="en-US" sz="1800" dirty="0">
                <a:latin typeface="+mj-lt"/>
              </a:rPr>
              <a:t>! Je </a:t>
            </a:r>
            <a:r>
              <a:rPr lang="en-US" sz="1800" dirty="0" err="1">
                <a:latin typeface="+mj-lt"/>
              </a:rPr>
              <a:t>hebt</a:t>
            </a:r>
            <a:r>
              <a:rPr lang="en-US" sz="1800" dirty="0">
                <a:latin typeface="+mj-lt"/>
              </a:rPr>
              <a:t> 6 </a:t>
            </a:r>
            <a:r>
              <a:rPr lang="en-US" sz="1800" dirty="0" err="1">
                <a:latin typeface="+mj-lt"/>
              </a:rPr>
              <a:t>seconden</a:t>
            </a:r>
            <a:r>
              <a:rPr lang="en-US" sz="1800" dirty="0">
                <a:latin typeface="+mj-lt"/>
              </a:rPr>
              <a:t> om je </a:t>
            </a:r>
            <a:r>
              <a:rPr lang="en-US" sz="1800" dirty="0" err="1">
                <a:latin typeface="+mj-lt"/>
              </a:rPr>
              <a:t>antwoord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geven</a:t>
            </a:r>
            <a:r>
              <a:rPr lang="en-US" sz="1800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8573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5FDF6-C81D-52DF-9123-53101A5F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137" y="364572"/>
            <a:ext cx="78867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j-lt"/>
              </a:rPr>
              <a:t>Hoe </a:t>
            </a:r>
            <a:r>
              <a:rPr lang="en-US" sz="1800" b="1" dirty="0" err="1"/>
              <a:t>pijnlijk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zou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dit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 err="1"/>
              <a:t>voor</a:t>
            </a:r>
            <a:r>
              <a:rPr lang="en-US" sz="1800" b="1" dirty="0"/>
              <a:t> </a:t>
            </a:r>
            <a:r>
              <a:rPr lang="en-US" sz="1800" b="1" dirty="0" err="1"/>
              <a:t>jou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zijn</a:t>
            </a:r>
            <a:r>
              <a:rPr lang="en-US" sz="1800" dirty="0">
                <a:latin typeface="+mj-lt"/>
              </a:rPr>
              <a:t>?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+mj-lt"/>
              </a:rPr>
              <a:t>Antwoordt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alstublieft</a:t>
            </a:r>
            <a:r>
              <a:rPr lang="en-US" sz="1800" dirty="0">
                <a:latin typeface="+mj-lt"/>
              </a:rPr>
              <a:t> met </a:t>
            </a:r>
            <a:r>
              <a:rPr lang="en-US" sz="1800" dirty="0" err="1">
                <a:latin typeface="+mj-lt"/>
              </a:rPr>
              <a:t>behulp</a:t>
            </a:r>
            <a:r>
              <a:rPr lang="en-US" sz="1800" dirty="0">
                <a:latin typeface="+mj-lt"/>
              </a:rPr>
              <a:t> van de </a:t>
            </a:r>
            <a:r>
              <a:rPr lang="en-US" sz="1800" dirty="0" err="1">
                <a:latin typeface="+mj-lt"/>
              </a:rPr>
              <a:t>onderstaande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beoordelingsschaal</a:t>
            </a:r>
            <a:r>
              <a:rPr lang="en-US" sz="1800" dirty="0">
                <a:latin typeface="+mj-lt"/>
              </a:rPr>
              <a:t>. </a:t>
            </a:r>
            <a:r>
              <a:rPr lang="en-US" sz="1800" i="1" dirty="0">
                <a:latin typeface="+mj-lt"/>
              </a:rPr>
              <a:t>Je </a:t>
            </a:r>
            <a:r>
              <a:rPr lang="en-US" sz="1800" i="1" dirty="0" err="1">
                <a:latin typeface="+mj-lt"/>
              </a:rPr>
              <a:t>hebt</a:t>
            </a:r>
            <a:r>
              <a:rPr lang="en-US" sz="1800" i="1" dirty="0">
                <a:latin typeface="+mj-lt"/>
              </a:rPr>
              <a:t> 6 </a:t>
            </a:r>
            <a:r>
              <a:rPr lang="en-US" sz="1800" i="1" dirty="0" err="1">
                <a:latin typeface="+mj-lt"/>
              </a:rPr>
              <a:t>seconden</a:t>
            </a:r>
            <a:r>
              <a:rPr lang="en-US" sz="1800" i="1" dirty="0">
                <a:latin typeface="+mj-lt"/>
              </a:rPr>
              <a:t> om </a:t>
            </a:r>
            <a:r>
              <a:rPr lang="en-US" sz="1800" i="1" dirty="0" err="1">
                <a:latin typeface="+mj-lt"/>
              </a:rPr>
              <a:t>te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antwoorden</a:t>
            </a:r>
            <a:r>
              <a:rPr lang="en-US" sz="1800" i="1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601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58F9-A31D-34BB-0A89-C0F292DC1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63" y="453361"/>
            <a:ext cx="6397186" cy="432099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e-DE" sz="1800" dirty="0">
                <a:latin typeface="+mj-lt"/>
              </a:rPr>
              <a:t>Bedankt. Nu </a:t>
            </a:r>
            <a:r>
              <a:rPr lang="de-DE" sz="1800" dirty="0" err="1">
                <a:latin typeface="+mj-lt"/>
              </a:rPr>
              <a:t>wil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ik</a:t>
            </a:r>
            <a:r>
              <a:rPr lang="de-DE" sz="1800" dirty="0">
                <a:latin typeface="+mj-lt"/>
              </a:rPr>
              <a:t> dat je </a:t>
            </a:r>
            <a:r>
              <a:rPr lang="de-DE" sz="1800" dirty="0" err="1">
                <a:latin typeface="+mj-lt"/>
              </a:rPr>
              <a:t>me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helpt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leren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wanneer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deze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houdingen</a:t>
            </a:r>
            <a:r>
              <a:rPr lang="de-DE" sz="1800" dirty="0">
                <a:latin typeface="+mj-lt"/>
              </a:rPr>
              <a:t> </a:t>
            </a:r>
            <a:r>
              <a:rPr lang="de-DE" sz="1800" b="1" dirty="0" err="1"/>
              <a:t>pijnlijk</a:t>
            </a:r>
            <a:r>
              <a:rPr lang="de-DE" sz="1800" b="1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voor</a:t>
            </a:r>
            <a:r>
              <a:rPr lang="de-DE" sz="1800" dirty="0">
                <a:latin typeface="+mj-lt"/>
              </a:rPr>
              <a:t> </a:t>
            </a:r>
            <a:r>
              <a:rPr lang="de-DE" sz="1800" b="1" dirty="0" err="1"/>
              <a:t>me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kunnen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zijn</a:t>
            </a:r>
            <a:r>
              <a:rPr lang="de-DE" sz="1800" dirty="0">
                <a:latin typeface="+mj-lt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de-DE" sz="18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 err="1">
                <a:latin typeface="+mj-lt"/>
              </a:rPr>
              <a:t>Ik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zal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een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pose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laten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zien</a:t>
            </a:r>
            <a:r>
              <a:rPr lang="de-DE" sz="1800" dirty="0">
                <a:latin typeface="+mj-lt"/>
              </a:rPr>
              <a:t> en als </a:t>
            </a:r>
            <a:r>
              <a:rPr lang="de-DE" sz="1800" dirty="0" err="1">
                <a:latin typeface="+mj-lt"/>
              </a:rPr>
              <a:t>het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pijn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doet</a:t>
            </a:r>
            <a:r>
              <a:rPr lang="de-DE" sz="1800" dirty="0">
                <a:latin typeface="+mj-lt"/>
              </a:rPr>
              <a:t>, </a:t>
            </a:r>
            <a:r>
              <a:rPr lang="de-DE" sz="1800" dirty="0" err="1">
                <a:latin typeface="+mj-lt"/>
              </a:rPr>
              <a:t>zal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ik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einde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schreeuwen</a:t>
            </a:r>
            <a:r>
              <a:rPr lang="de-DE" sz="1800" dirty="0">
                <a:latin typeface="+mj-lt"/>
              </a:rPr>
              <a:t> (</a:t>
            </a:r>
            <a:r>
              <a:rPr lang="de-DE" sz="1800" dirty="0" err="1">
                <a:latin typeface="+mj-lt"/>
              </a:rPr>
              <a:t>hetzelfde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geluid</a:t>
            </a:r>
            <a:r>
              <a:rPr lang="de-DE" sz="1800" dirty="0">
                <a:latin typeface="+mj-lt"/>
              </a:rPr>
              <a:t> dat je </a:t>
            </a:r>
            <a:r>
              <a:rPr lang="de-DE" sz="1800" dirty="0" err="1">
                <a:latin typeface="+mj-lt"/>
              </a:rPr>
              <a:t>hoorde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toen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de rode </a:t>
            </a:r>
            <a:r>
              <a:rPr lang="de-DE" sz="1800" dirty="0" err="1">
                <a:latin typeface="+mj-lt"/>
              </a:rPr>
              <a:t>knop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drukte</a:t>
            </a:r>
            <a:r>
              <a:rPr lang="de-DE" sz="1800" dirty="0">
                <a:latin typeface="+mj-lt"/>
              </a:rPr>
              <a:t>). </a:t>
            </a:r>
            <a:r>
              <a:rPr lang="de-DE" sz="1800" dirty="0" err="1">
                <a:latin typeface="+mj-lt"/>
              </a:rPr>
              <a:t>Probeer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letten</a:t>
            </a:r>
            <a:r>
              <a:rPr lang="de-DE" sz="1800" dirty="0">
                <a:latin typeface="+mj-lt"/>
              </a:rPr>
              <a:t> en leer welke </a:t>
            </a:r>
            <a:r>
              <a:rPr lang="de-DE" sz="1800" dirty="0" err="1">
                <a:latin typeface="+mj-lt"/>
              </a:rPr>
              <a:t>houdingen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mij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uiteindelijk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pijn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doen</a:t>
            </a:r>
            <a:r>
              <a:rPr lang="de-DE" sz="1800" dirty="0">
                <a:latin typeface="+mj-lt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de-DE" sz="18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>
                <a:latin typeface="+mj-lt"/>
              </a:rPr>
              <a:t>Net als </a:t>
            </a:r>
            <a:r>
              <a:rPr lang="de-DE" sz="1800" dirty="0" err="1">
                <a:latin typeface="+mj-lt"/>
              </a:rPr>
              <a:t>voorheen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zul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vragen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zien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verschijnen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onder</a:t>
            </a:r>
            <a:r>
              <a:rPr lang="de-DE" sz="1800" dirty="0">
                <a:latin typeface="+mj-lt"/>
              </a:rPr>
              <a:t> de </a:t>
            </a:r>
            <a:r>
              <a:rPr lang="de-DE" sz="1800" dirty="0" err="1">
                <a:latin typeface="+mj-lt"/>
              </a:rPr>
              <a:t>foto</a:t>
            </a:r>
            <a:r>
              <a:rPr lang="de-DE" sz="1800" dirty="0">
                <a:latin typeface="+mj-lt"/>
              </a:rPr>
              <a:t>. </a:t>
            </a:r>
            <a:r>
              <a:rPr lang="de-DE" sz="1800" dirty="0" err="1">
                <a:latin typeface="+mj-lt"/>
              </a:rPr>
              <a:t>Sommige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vragen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gaan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over</a:t>
            </a:r>
            <a:r>
              <a:rPr lang="de-DE" sz="1800" dirty="0">
                <a:latin typeface="+mj-lt"/>
              </a:rPr>
              <a:t> </a:t>
            </a:r>
            <a:r>
              <a:rPr lang="de-DE" sz="1800" b="1" dirty="0" err="1"/>
              <a:t>hoe</a:t>
            </a:r>
            <a:r>
              <a:rPr lang="de-DE" sz="1800" b="1" dirty="0"/>
              <a:t> </a:t>
            </a:r>
            <a:r>
              <a:rPr lang="de-DE" sz="1800" b="1" dirty="0" err="1"/>
              <a:t>jij</a:t>
            </a:r>
            <a:r>
              <a:rPr lang="de-DE" sz="1800" b="1" dirty="0"/>
              <a:t> denkt dat </a:t>
            </a:r>
            <a:r>
              <a:rPr lang="de-DE" sz="1800" b="1" dirty="0" err="1"/>
              <a:t>ik</a:t>
            </a:r>
            <a:r>
              <a:rPr lang="de-DE" sz="1800" b="1" dirty="0"/>
              <a:t> (Alex) </a:t>
            </a:r>
            <a:r>
              <a:rPr lang="de-DE" sz="1800" dirty="0" err="1">
                <a:latin typeface="+mj-lt"/>
              </a:rPr>
              <a:t>me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zal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voelen</a:t>
            </a:r>
            <a:r>
              <a:rPr lang="de-DE" sz="1800" dirty="0">
                <a:latin typeface="+mj-lt"/>
              </a:rPr>
              <a:t>, en </a:t>
            </a:r>
            <a:r>
              <a:rPr lang="de-DE" sz="1800" dirty="0" err="1">
                <a:latin typeface="+mj-lt"/>
              </a:rPr>
              <a:t>sommige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vragen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gaan</a:t>
            </a:r>
            <a:r>
              <a:rPr lang="de-DE" sz="1800" dirty="0">
                <a:latin typeface="+mj-lt"/>
              </a:rPr>
              <a:t> </a:t>
            </a:r>
            <a:r>
              <a:rPr lang="de-DE" sz="1800" b="1" dirty="0" err="1"/>
              <a:t>over</a:t>
            </a:r>
            <a:r>
              <a:rPr lang="de-DE" sz="1800" b="1" dirty="0"/>
              <a:t> </a:t>
            </a:r>
            <a:r>
              <a:rPr lang="de-DE" sz="1800" b="1" dirty="0" err="1"/>
              <a:t>hoe</a:t>
            </a:r>
            <a:r>
              <a:rPr lang="de-DE" sz="1800" b="1" dirty="0"/>
              <a:t> </a:t>
            </a:r>
            <a:r>
              <a:rPr lang="de-DE" sz="1800" b="1" dirty="0" err="1"/>
              <a:t>jij</a:t>
            </a:r>
            <a:r>
              <a:rPr lang="de-DE" sz="1800" b="1" dirty="0"/>
              <a:t> je </a:t>
            </a:r>
            <a:r>
              <a:rPr lang="de-DE" sz="1800" b="1" dirty="0" err="1"/>
              <a:t>voelt</a:t>
            </a:r>
            <a:r>
              <a:rPr lang="de-DE" sz="1800" dirty="0">
                <a:latin typeface="+mj-lt"/>
              </a:rPr>
              <a:t>. </a:t>
            </a:r>
            <a:r>
              <a:rPr lang="de-DE" sz="1800" dirty="0" err="1">
                <a:latin typeface="+mj-lt"/>
              </a:rPr>
              <a:t>Probeer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snel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zijn</a:t>
            </a:r>
            <a:r>
              <a:rPr lang="de-DE" sz="1800" dirty="0">
                <a:latin typeface="+mj-lt"/>
              </a:rPr>
              <a:t>! Je hebt 6 </a:t>
            </a:r>
            <a:r>
              <a:rPr lang="de-DE" sz="1800" dirty="0" err="1">
                <a:latin typeface="+mj-lt"/>
              </a:rPr>
              <a:t>seconden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om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antwoord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geven</a:t>
            </a:r>
            <a:r>
              <a:rPr lang="de-DE" sz="1800" dirty="0">
                <a:latin typeface="+mj-lt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de-DE" sz="18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 err="1">
                <a:latin typeface="+mj-lt"/>
              </a:rPr>
              <a:t>Vergeet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niet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letten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alles </a:t>
            </a:r>
            <a:r>
              <a:rPr lang="de-DE" sz="1800" dirty="0" err="1">
                <a:latin typeface="+mj-lt"/>
              </a:rPr>
              <a:t>wat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ziet</a:t>
            </a:r>
            <a:r>
              <a:rPr lang="de-DE" sz="1800" dirty="0">
                <a:latin typeface="+mj-lt"/>
              </a:rPr>
              <a:t> en </a:t>
            </a:r>
            <a:r>
              <a:rPr lang="de-DE" sz="1800" dirty="0" err="1">
                <a:latin typeface="+mj-lt"/>
              </a:rPr>
              <a:t>hoort</a:t>
            </a:r>
            <a:r>
              <a:rPr lang="de-DE" sz="1800" dirty="0">
                <a:latin typeface="+mj-lt"/>
              </a:rPr>
              <a:t>! Als je de stille </a:t>
            </a:r>
            <a:r>
              <a:rPr lang="de-DE" sz="1800" dirty="0" err="1">
                <a:latin typeface="+mj-lt"/>
              </a:rPr>
              <a:t>pieptoon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hoort</a:t>
            </a:r>
            <a:r>
              <a:rPr lang="de-DE" sz="1800" dirty="0">
                <a:latin typeface="+mj-lt"/>
              </a:rPr>
              <a:t> (</a:t>
            </a:r>
            <a:r>
              <a:rPr lang="de-DE" sz="1800" dirty="0" err="1">
                <a:latin typeface="+mj-lt"/>
              </a:rPr>
              <a:t>zoals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toen</a:t>
            </a:r>
            <a:r>
              <a:rPr lang="de-DE" sz="1800" dirty="0">
                <a:latin typeface="+mj-lt"/>
              </a:rPr>
              <a:t> je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de </a:t>
            </a:r>
            <a:r>
              <a:rPr lang="de-DE" sz="1800" dirty="0" err="1">
                <a:latin typeface="+mj-lt"/>
              </a:rPr>
              <a:t>blauwe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knop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drukte</a:t>
            </a:r>
            <a:r>
              <a:rPr lang="de-DE" sz="1800" dirty="0">
                <a:latin typeface="+mj-lt"/>
              </a:rPr>
              <a:t>), </a:t>
            </a:r>
            <a:r>
              <a:rPr lang="de-DE" sz="1800" dirty="0" err="1">
                <a:latin typeface="+mj-lt"/>
              </a:rPr>
              <a:t>druk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dan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zo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snel</a:t>
            </a:r>
            <a:r>
              <a:rPr lang="de-DE" sz="1800" dirty="0">
                <a:latin typeface="+mj-lt"/>
              </a:rPr>
              <a:t> als je </a:t>
            </a:r>
            <a:r>
              <a:rPr lang="de-DE" sz="1800" dirty="0" err="1">
                <a:latin typeface="+mj-lt"/>
              </a:rPr>
              <a:t>kan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blauwe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vierkantje</a:t>
            </a:r>
            <a:r>
              <a:rPr lang="de-DE" sz="1800" dirty="0">
                <a:latin typeface="+mj-lt"/>
              </a:rPr>
              <a:t> in de </a:t>
            </a:r>
            <a:r>
              <a:rPr lang="de-DE" sz="1800" dirty="0" err="1">
                <a:latin typeface="+mj-lt"/>
              </a:rPr>
              <a:t>rechterbovenhoek</a:t>
            </a:r>
            <a:r>
              <a:rPr lang="de-DE" sz="1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51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97B00-93DA-7C86-ABD5-9305B2D53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4512"/>
            <a:ext cx="78867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j-lt"/>
              </a:rPr>
              <a:t>Hoe </a:t>
            </a:r>
            <a:r>
              <a:rPr lang="en-US" sz="1800" b="1" dirty="0" err="1"/>
              <a:t>waarschijnlijk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is het </a:t>
            </a:r>
            <a:r>
              <a:rPr lang="en-US" sz="1800" dirty="0" err="1">
                <a:latin typeface="+mj-lt"/>
              </a:rPr>
              <a:t>dat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dit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 err="1"/>
              <a:t>pijnlijk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zal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zijn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voor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/>
              <a:t>Alex</a:t>
            </a:r>
            <a:r>
              <a:rPr lang="en-US" sz="1800" dirty="0">
                <a:latin typeface="+mj-lt"/>
              </a:rPr>
              <a:t>?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+mj-lt"/>
              </a:rPr>
              <a:t>Antwoordt</a:t>
            </a:r>
            <a:r>
              <a:rPr lang="en-US" sz="1800" dirty="0">
                <a:latin typeface="+mj-lt"/>
              </a:rPr>
              <a:t> met </a:t>
            </a:r>
            <a:r>
              <a:rPr lang="en-US" sz="1800" dirty="0" err="1">
                <a:latin typeface="+mj-lt"/>
              </a:rPr>
              <a:t>behulp</a:t>
            </a:r>
            <a:r>
              <a:rPr lang="en-US" sz="1800" dirty="0">
                <a:latin typeface="+mj-lt"/>
              </a:rPr>
              <a:t> van de </a:t>
            </a:r>
            <a:r>
              <a:rPr lang="en-US" sz="1800" dirty="0" err="1">
                <a:latin typeface="+mj-lt"/>
              </a:rPr>
              <a:t>onderstaande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beoordelingsschaal</a:t>
            </a:r>
            <a:r>
              <a:rPr lang="en-US" sz="1800" dirty="0">
                <a:latin typeface="+mj-lt"/>
              </a:rPr>
              <a:t>. </a:t>
            </a:r>
            <a:r>
              <a:rPr lang="en-US" sz="1800" i="1" dirty="0">
                <a:latin typeface="+mj-lt"/>
              </a:rPr>
              <a:t>Je </a:t>
            </a:r>
            <a:r>
              <a:rPr lang="en-US" sz="1800" i="1" dirty="0" err="1">
                <a:latin typeface="+mj-lt"/>
              </a:rPr>
              <a:t>hebt</a:t>
            </a:r>
            <a:r>
              <a:rPr lang="en-US" sz="1800" i="1" dirty="0">
                <a:latin typeface="+mj-lt"/>
              </a:rPr>
              <a:t> 6 </a:t>
            </a:r>
            <a:r>
              <a:rPr lang="en-US" sz="1800" i="1" dirty="0" err="1">
                <a:latin typeface="+mj-lt"/>
              </a:rPr>
              <a:t>seconden</a:t>
            </a:r>
            <a:r>
              <a:rPr lang="en-US" sz="1800" i="1" dirty="0">
                <a:latin typeface="+mj-lt"/>
              </a:rPr>
              <a:t> om </a:t>
            </a:r>
            <a:r>
              <a:rPr lang="en-US" sz="1800" i="1" dirty="0" err="1">
                <a:latin typeface="+mj-lt"/>
              </a:rPr>
              <a:t>te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antwoorden</a:t>
            </a:r>
            <a:r>
              <a:rPr lang="en-US" sz="1800" i="1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5365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B6B36-A5E4-1E77-DA67-90A63A32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64573"/>
            <a:ext cx="78867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latin typeface="+mj-lt"/>
              </a:rPr>
              <a:t>Hoe </a:t>
            </a:r>
            <a:r>
              <a:rPr lang="en-US" sz="1800" b="1" dirty="0"/>
              <a:t>bang</a:t>
            </a:r>
            <a:r>
              <a:rPr lang="en-US" sz="1800" b="1" dirty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ben </a:t>
            </a:r>
            <a:r>
              <a:rPr lang="en-US" sz="1800" b="1" dirty="0"/>
              <a:t>je</a:t>
            </a:r>
            <a:r>
              <a:rPr lang="en-US" sz="1800" dirty="0">
                <a:latin typeface="+mj-lt"/>
              </a:rPr>
              <a:t> op </a:t>
            </a:r>
            <a:r>
              <a:rPr lang="en-US" sz="1800" dirty="0" err="1">
                <a:latin typeface="+mj-lt"/>
              </a:rPr>
              <a:t>dit</a:t>
            </a:r>
            <a:r>
              <a:rPr lang="en-US" sz="1800" dirty="0">
                <a:latin typeface="+mj-lt"/>
              </a:rPr>
              <a:t> moment?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+mj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>
                <a:latin typeface="+mj-lt"/>
              </a:rPr>
              <a:t>Geef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antwoord</a:t>
            </a:r>
            <a:r>
              <a:rPr lang="en-US" sz="1800" dirty="0">
                <a:latin typeface="+mj-lt"/>
              </a:rPr>
              <a:t> met </a:t>
            </a:r>
            <a:r>
              <a:rPr lang="en-US" sz="1800" dirty="0" err="1">
                <a:latin typeface="+mj-lt"/>
              </a:rPr>
              <a:t>behulp</a:t>
            </a:r>
            <a:r>
              <a:rPr lang="en-US" sz="1800" dirty="0">
                <a:latin typeface="+mj-lt"/>
              </a:rPr>
              <a:t> van de </a:t>
            </a:r>
            <a:r>
              <a:rPr lang="en-US" sz="1800" dirty="0" err="1">
                <a:latin typeface="+mj-lt"/>
              </a:rPr>
              <a:t>onderstaande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schaal</a:t>
            </a:r>
            <a:r>
              <a:rPr lang="en-US" sz="1800" dirty="0">
                <a:latin typeface="+mj-lt"/>
              </a:rPr>
              <a:t>. </a:t>
            </a:r>
            <a:r>
              <a:rPr lang="en-US" sz="1800" i="1" dirty="0">
                <a:latin typeface="+mj-lt"/>
              </a:rPr>
              <a:t>Je </a:t>
            </a:r>
            <a:r>
              <a:rPr lang="en-US" sz="1800" i="1" dirty="0" err="1">
                <a:latin typeface="+mj-lt"/>
              </a:rPr>
              <a:t>hebt</a:t>
            </a:r>
            <a:r>
              <a:rPr lang="en-US" sz="1800" i="1" dirty="0">
                <a:latin typeface="+mj-lt"/>
              </a:rPr>
              <a:t> 6 </a:t>
            </a:r>
            <a:r>
              <a:rPr lang="en-US" sz="1800" i="1" dirty="0" err="1">
                <a:latin typeface="+mj-lt"/>
              </a:rPr>
              <a:t>seconden</a:t>
            </a:r>
            <a:r>
              <a:rPr lang="en-US" sz="1800" i="1" dirty="0">
                <a:latin typeface="+mj-lt"/>
              </a:rPr>
              <a:t> om </a:t>
            </a:r>
            <a:r>
              <a:rPr lang="en-US" sz="1800" i="1" dirty="0" err="1">
                <a:latin typeface="+mj-lt"/>
              </a:rPr>
              <a:t>te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antwoorden</a:t>
            </a:r>
            <a:r>
              <a:rPr lang="en-US" sz="1800" i="1" dirty="0">
                <a:latin typeface="+mj-lt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50855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67A7-05DE-FB3D-E0D2-D0B8C4936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94" y="285060"/>
            <a:ext cx="6398315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de-DE" sz="1800" b="1" dirty="0"/>
              <a:t>Dit </a:t>
            </a:r>
            <a:r>
              <a:rPr lang="de-DE" sz="1800" b="1" dirty="0" err="1"/>
              <a:t>is</a:t>
            </a:r>
            <a:r>
              <a:rPr lang="de-DE" sz="1800" b="1" dirty="0"/>
              <a:t> </a:t>
            </a:r>
            <a:r>
              <a:rPr lang="de-DE" sz="1800" b="1" dirty="0" err="1"/>
              <a:t>het</a:t>
            </a:r>
            <a:r>
              <a:rPr lang="de-DE" sz="1800" b="1" dirty="0"/>
              <a:t> </a:t>
            </a:r>
            <a:r>
              <a:rPr lang="de-DE" sz="1800" b="1" dirty="0" err="1"/>
              <a:t>einde</a:t>
            </a:r>
            <a:r>
              <a:rPr lang="de-DE" sz="1800" b="1" dirty="0"/>
              <a:t> van </a:t>
            </a:r>
            <a:r>
              <a:rPr lang="de-DE" sz="1800" b="1" dirty="0" err="1"/>
              <a:t>het</a:t>
            </a:r>
            <a:r>
              <a:rPr lang="de-DE" sz="1800" b="1" dirty="0"/>
              <a:t> </a:t>
            </a:r>
            <a:r>
              <a:rPr lang="de-DE" sz="1800" b="1" dirty="0" err="1"/>
              <a:t>experiment</a:t>
            </a:r>
            <a:r>
              <a:rPr lang="de-DE" sz="1800" b="1" dirty="0"/>
              <a:t>. Bedankt dat je de </a:t>
            </a:r>
            <a:r>
              <a:rPr lang="de-DE" sz="1800" b="1" dirty="0" err="1"/>
              <a:t>tijd</a:t>
            </a:r>
            <a:r>
              <a:rPr lang="de-DE" sz="1800" b="1" dirty="0"/>
              <a:t> hebt </a:t>
            </a:r>
            <a:r>
              <a:rPr lang="de-DE" sz="1800" b="1" dirty="0" err="1"/>
              <a:t>genomen</a:t>
            </a:r>
            <a:r>
              <a:rPr lang="de-DE" sz="1800" b="1" dirty="0"/>
              <a:t> </a:t>
            </a:r>
            <a:r>
              <a:rPr lang="de-DE" sz="1800" b="1" dirty="0" err="1"/>
              <a:t>om</a:t>
            </a:r>
            <a:r>
              <a:rPr lang="de-DE" sz="1800" b="1" dirty="0"/>
              <a:t> </a:t>
            </a:r>
            <a:r>
              <a:rPr lang="de-DE" sz="1800" b="1" dirty="0" err="1"/>
              <a:t>me</a:t>
            </a:r>
            <a:r>
              <a:rPr lang="de-DE" sz="1800" b="1" dirty="0"/>
              <a:t> </a:t>
            </a:r>
            <a:r>
              <a:rPr lang="de-DE" sz="1800" b="1" dirty="0" err="1"/>
              <a:t>te</a:t>
            </a:r>
            <a:r>
              <a:rPr lang="de-DE" sz="1800" b="1" dirty="0"/>
              <a:t> </a:t>
            </a:r>
            <a:r>
              <a:rPr lang="de-DE" sz="1800" b="1" dirty="0" err="1"/>
              <a:t>helpen</a:t>
            </a:r>
            <a:r>
              <a:rPr lang="de-DE" sz="1800" b="1" dirty="0"/>
              <a:t>!</a:t>
            </a:r>
          </a:p>
          <a:p>
            <a:pPr marL="0" indent="0">
              <a:spcBef>
                <a:spcPts val="0"/>
              </a:spcBef>
              <a:buNone/>
            </a:pPr>
            <a:endParaRPr lang="de-DE" sz="1800" dirty="0">
              <a:latin typeface="+mj-lt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de-DE" sz="1800" dirty="0" err="1">
                <a:latin typeface="+mj-lt"/>
              </a:rPr>
              <a:t>Ik</a:t>
            </a:r>
            <a:r>
              <a:rPr lang="de-DE" sz="1800" dirty="0">
                <a:latin typeface="+mj-lt"/>
              </a:rPr>
              <a:t> heb </a:t>
            </a:r>
            <a:r>
              <a:rPr lang="de-DE" sz="1800" dirty="0" err="1">
                <a:latin typeface="+mj-lt"/>
              </a:rPr>
              <a:t>nog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een</a:t>
            </a:r>
            <a:r>
              <a:rPr lang="de-DE" sz="1800" dirty="0">
                <a:latin typeface="+mj-lt"/>
              </a:rPr>
              <a:t> paar </a:t>
            </a:r>
            <a:r>
              <a:rPr lang="de-DE" sz="1800" dirty="0" err="1">
                <a:latin typeface="+mj-lt"/>
              </a:rPr>
              <a:t>vragen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voor</a:t>
            </a:r>
            <a:r>
              <a:rPr lang="de-DE" sz="1800" dirty="0">
                <a:latin typeface="+mj-lt"/>
              </a:rPr>
              <a:t> je die je </a:t>
            </a:r>
            <a:r>
              <a:rPr lang="de-DE" sz="1800" dirty="0" err="1">
                <a:latin typeface="+mj-lt"/>
              </a:rPr>
              <a:t>zult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zien</a:t>
            </a:r>
            <a:r>
              <a:rPr lang="de-DE" sz="1800" dirty="0">
                <a:latin typeface="+mj-lt"/>
              </a:rPr>
              <a:t> als je </a:t>
            </a:r>
            <a:r>
              <a:rPr lang="de-DE" sz="1800" dirty="0" err="1">
                <a:latin typeface="+mj-lt"/>
              </a:rPr>
              <a:t>op</a:t>
            </a:r>
            <a:r>
              <a:rPr lang="de-DE" sz="1800" dirty="0">
                <a:latin typeface="+mj-lt"/>
              </a:rPr>
              <a:t> de </a:t>
            </a:r>
            <a:r>
              <a:rPr lang="de-DE" sz="1800" dirty="0" err="1">
                <a:latin typeface="+mj-lt"/>
              </a:rPr>
              <a:t>groene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pijl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klikt</a:t>
            </a:r>
            <a:r>
              <a:rPr lang="de-DE" sz="1800" dirty="0">
                <a:latin typeface="+mj-lt"/>
              </a:rPr>
              <a:t>. Dit </a:t>
            </a:r>
            <a:r>
              <a:rPr lang="de-DE" sz="1800" dirty="0" err="1">
                <a:latin typeface="+mj-lt"/>
              </a:rPr>
              <a:t>zal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het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laatste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deel</a:t>
            </a:r>
            <a:r>
              <a:rPr lang="de-DE" sz="1800" dirty="0">
                <a:latin typeface="+mj-lt"/>
              </a:rPr>
              <a:t> van </a:t>
            </a:r>
            <a:r>
              <a:rPr lang="de-DE" sz="1800" dirty="0" err="1">
                <a:latin typeface="+mj-lt"/>
              </a:rPr>
              <a:t>het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onderzoek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zijn</a:t>
            </a:r>
            <a:r>
              <a:rPr lang="de-DE" sz="1800" dirty="0">
                <a:latin typeface="+mj-lt"/>
              </a:rPr>
              <a:t> en </a:t>
            </a:r>
            <a:r>
              <a:rPr lang="de-DE" sz="1800" dirty="0" err="1">
                <a:latin typeface="+mj-lt"/>
              </a:rPr>
              <a:t>zal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ongeveer</a:t>
            </a:r>
            <a:r>
              <a:rPr lang="de-DE" sz="1800" dirty="0">
                <a:latin typeface="+mj-lt"/>
              </a:rPr>
              <a:t> 10-15 </a:t>
            </a:r>
            <a:r>
              <a:rPr lang="de-DE" sz="1800" dirty="0" err="1">
                <a:latin typeface="+mj-lt"/>
              </a:rPr>
              <a:t>minuten</a:t>
            </a:r>
            <a:r>
              <a:rPr lang="de-DE" sz="1800" dirty="0">
                <a:latin typeface="+mj-lt"/>
              </a:rPr>
              <a:t> </a:t>
            </a:r>
            <a:r>
              <a:rPr lang="de-DE" sz="1800" dirty="0" err="1">
                <a:latin typeface="+mj-lt"/>
              </a:rPr>
              <a:t>duren</a:t>
            </a:r>
            <a:r>
              <a:rPr lang="de-DE" sz="1800" dirty="0">
                <a:latin typeface="+mj-lt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169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591</Words>
  <Application>Microsoft Macintosh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Brinkmann, Clara (Stud. FPN / Alumni FPN)</dc:creator>
  <cp:lastModifiedBy>Emma Elizabeth Biggs</cp:lastModifiedBy>
  <cp:revision>8</cp:revision>
  <dcterms:created xsi:type="dcterms:W3CDTF">2022-07-20T13:50:34Z</dcterms:created>
  <dcterms:modified xsi:type="dcterms:W3CDTF">2022-07-20T17:35:32Z</dcterms:modified>
</cp:coreProperties>
</file>