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707"/>
  </p:normalViewPr>
  <p:slideViewPr>
    <p:cSldViewPr snapToGrid="0" snapToObjects="1">
      <p:cViewPr varScale="1">
        <p:scale>
          <a:sx n="128" d="100"/>
          <a:sy n="128" d="100"/>
        </p:scale>
        <p:origin x="17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8AF7DD-FA3B-D944-BCC8-95D8939CA865}"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3054408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8AF7DD-FA3B-D944-BCC8-95D8939CA865}"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1988068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8AF7DD-FA3B-D944-BCC8-95D8939CA865}"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2052684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8AF7DD-FA3B-D944-BCC8-95D8939CA865}" type="datetimeFigureOut">
              <a:rPr lang="en-US" smtClean="0"/>
              <a:t>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46046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8AF7DD-FA3B-D944-BCC8-95D8939CA865}" type="datetimeFigureOut">
              <a:rPr lang="en-US" smtClean="0"/>
              <a:t>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2448699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8AF7DD-FA3B-D944-BCC8-95D8939CA865}" type="datetimeFigureOut">
              <a:rPr lang="en-US" smtClean="0"/>
              <a:t>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4092641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8AF7DD-FA3B-D944-BCC8-95D8939CA865}" type="datetimeFigureOut">
              <a:rPr lang="en-US" smtClean="0"/>
              <a:t>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4106924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8AF7DD-FA3B-D944-BCC8-95D8939CA865}" type="datetimeFigureOut">
              <a:rPr lang="en-US" smtClean="0"/>
              <a:t>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1835406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8AF7DD-FA3B-D944-BCC8-95D8939CA865}" type="datetimeFigureOut">
              <a:rPr lang="en-US" smtClean="0"/>
              <a:t>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783642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8AF7DD-FA3B-D944-BCC8-95D8939CA865}"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4163182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8AF7DD-FA3B-D944-BCC8-95D8939CA865}" type="datetimeFigureOut">
              <a:rPr lang="en-US" smtClean="0"/>
              <a:t>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40CA5-8AC6-6D46-BBD3-1E310BB03413}" type="slidenum">
              <a:rPr lang="en-US" smtClean="0"/>
              <a:t>‹#›</a:t>
            </a:fld>
            <a:endParaRPr lang="en-US"/>
          </a:p>
        </p:txBody>
      </p:sp>
    </p:spTree>
    <p:extLst>
      <p:ext uri="{BB962C8B-B14F-4D97-AF65-F5344CB8AC3E}">
        <p14:creationId xmlns:p14="http://schemas.microsoft.com/office/powerpoint/2010/main" val="1627653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AF7DD-FA3B-D944-BCC8-95D8939CA865}" type="datetimeFigureOut">
              <a:rPr lang="en-US" smtClean="0"/>
              <a:t>7/20/22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440CA5-8AC6-6D46-BBD3-1E310BB03413}" type="slidenum">
              <a:rPr lang="en-US" smtClean="0"/>
              <a:t>‹#›</a:t>
            </a:fld>
            <a:endParaRPr lang="en-US"/>
          </a:p>
        </p:txBody>
      </p:sp>
    </p:spTree>
    <p:extLst>
      <p:ext uri="{BB962C8B-B14F-4D97-AF65-F5344CB8AC3E}">
        <p14:creationId xmlns:p14="http://schemas.microsoft.com/office/powerpoint/2010/main" val="3642713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F8ED32A-5E16-6411-84DC-FA6398C13334}"/>
              </a:ext>
            </a:extLst>
          </p:cNvPr>
          <p:cNvSpPr txBox="1"/>
          <p:nvPr/>
        </p:nvSpPr>
        <p:spPr>
          <a:xfrm>
            <a:off x="401955" y="352788"/>
            <a:ext cx="6396410" cy="5078313"/>
          </a:xfrm>
          <a:prstGeom prst="rect">
            <a:avLst/>
          </a:prstGeom>
          <a:noFill/>
        </p:spPr>
        <p:txBody>
          <a:bodyPr wrap="square">
            <a:spAutoFit/>
          </a:bodyPr>
          <a:lstStyle/>
          <a:p>
            <a:pPr algn="just"/>
            <a:r>
              <a:rPr lang="en-US" dirty="0">
                <a:latin typeface="+mj-lt"/>
              </a:rPr>
              <a:t>Hallo!</a:t>
            </a:r>
          </a:p>
          <a:p>
            <a:pPr algn="just"/>
            <a:endParaRPr lang="en-US" dirty="0">
              <a:latin typeface="+mj-lt"/>
            </a:endParaRPr>
          </a:p>
          <a:p>
            <a:pPr algn="just"/>
            <a:r>
              <a:rPr lang="en-US" dirty="0">
                <a:latin typeface="+mj-lt"/>
              </a:rPr>
              <a:t>Schön, dich </a:t>
            </a:r>
            <a:r>
              <a:rPr lang="en-US" dirty="0" err="1">
                <a:latin typeface="+mj-lt"/>
              </a:rPr>
              <a:t>kennenzulernen</a:t>
            </a:r>
            <a:r>
              <a:rPr lang="en-US" dirty="0">
                <a:latin typeface="+mj-lt"/>
              </a:rPr>
              <a:t>! Mein Name </a:t>
            </a:r>
            <a:r>
              <a:rPr lang="en-US" dirty="0" err="1">
                <a:latin typeface="+mj-lt"/>
              </a:rPr>
              <a:t>ist</a:t>
            </a:r>
            <a:r>
              <a:rPr lang="en-US" dirty="0">
                <a:latin typeface="+mj-lt"/>
              </a:rPr>
              <a:t> Alex, und </a:t>
            </a:r>
            <a:r>
              <a:rPr lang="en-US" dirty="0" err="1">
                <a:latin typeface="+mj-lt"/>
              </a:rPr>
              <a:t>im</a:t>
            </a:r>
            <a:r>
              <a:rPr lang="en-US" dirty="0">
                <a:latin typeface="+mj-lt"/>
              </a:rPr>
              <a:t> </a:t>
            </a:r>
            <a:r>
              <a:rPr lang="en-US" dirty="0" err="1">
                <a:latin typeface="+mj-lt"/>
              </a:rPr>
              <a:t>folgenden</a:t>
            </a:r>
            <a:r>
              <a:rPr lang="en-US" dirty="0">
                <a:latin typeface="+mj-lt"/>
              </a:rPr>
              <a:t> Teil der </a:t>
            </a:r>
            <a:r>
              <a:rPr lang="en-US" dirty="0" err="1">
                <a:latin typeface="+mj-lt"/>
              </a:rPr>
              <a:t>Studie</a:t>
            </a:r>
            <a:r>
              <a:rPr lang="en-US" dirty="0">
                <a:latin typeface="+mj-lt"/>
              </a:rPr>
              <a:t> </a:t>
            </a:r>
            <a:r>
              <a:rPr lang="en-US" dirty="0" err="1">
                <a:latin typeface="+mj-lt"/>
              </a:rPr>
              <a:t>werde</a:t>
            </a:r>
            <a:r>
              <a:rPr lang="en-US" dirty="0">
                <a:latin typeface="+mj-lt"/>
              </a:rPr>
              <a:t> ich </a:t>
            </a:r>
            <a:r>
              <a:rPr lang="en-US" dirty="0" err="1">
                <a:latin typeface="+mj-lt"/>
              </a:rPr>
              <a:t>dir</a:t>
            </a:r>
            <a:r>
              <a:rPr lang="en-US" dirty="0">
                <a:latin typeface="+mj-lt"/>
              </a:rPr>
              <a:t> </a:t>
            </a:r>
            <a:r>
              <a:rPr lang="en-US" dirty="0" err="1">
                <a:latin typeface="+mj-lt"/>
              </a:rPr>
              <a:t>verschiedene</a:t>
            </a:r>
            <a:r>
              <a:rPr lang="en-US" dirty="0">
                <a:latin typeface="+mj-lt"/>
              </a:rPr>
              <a:t> Posen </a:t>
            </a:r>
            <a:r>
              <a:rPr lang="en-US" dirty="0" err="1">
                <a:latin typeface="+mj-lt"/>
              </a:rPr>
              <a:t>zeigen</a:t>
            </a:r>
            <a:r>
              <a:rPr lang="en-US" dirty="0">
                <a:latin typeface="+mj-lt"/>
              </a:rPr>
              <a:t>, und ich </a:t>
            </a:r>
            <a:r>
              <a:rPr lang="en-US" dirty="0" err="1">
                <a:latin typeface="+mj-lt"/>
              </a:rPr>
              <a:t>möchte</a:t>
            </a:r>
            <a:r>
              <a:rPr lang="en-US" dirty="0">
                <a:latin typeface="+mj-lt"/>
              </a:rPr>
              <a:t>, </a:t>
            </a:r>
            <a:r>
              <a:rPr lang="en-US" dirty="0" err="1">
                <a:latin typeface="+mj-lt"/>
              </a:rPr>
              <a:t>dass</a:t>
            </a:r>
            <a:r>
              <a:rPr lang="en-US" dirty="0">
                <a:latin typeface="+mj-lt"/>
              </a:rPr>
              <a:t> du mir </a:t>
            </a:r>
            <a:r>
              <a:rPr lang="en-US" dirty="0" err="1">
                <a:latin typeface="+mj-lt"/>
              </a:rPr>
              <a:t>sagst</a:t>
            </a:r>
            <a:r>
              <a:rPr lang="en-US" dirty="0">
                <a:latin typeface="+mj-lt"/>
              </a:rPr>
              <a:t>, </a:t>
            </a:r>
            <a:r>
              <a:rPr lang="en-US" dirty="0" err="1">
                <a:latin typeface="+mj-lt"/>
              </a:rPr>
              <a:t>wann</a:t>
            </a:r>
            <a:r>
              <a:rPr lang="en-US" dirty="0">
                <a:latin typeface="+mj-lt"/>
              </a:rPr>
              <a:t> du </a:t>
            </a:r>
            <a:r>
              <a:rPr lang="en-US" dirty="0" err="1">
                <a:latin typeface="+mj-lt"/>
              </a:rPr>
              <a:t>denkst</a:t>
            </a:r>
            <a:r>
              <a:rPr lang="en-US" dirty="0">
                <a:latin typeface="+mj-lt"/>
              </a:rPr>
              <a:t>, </a:t>
            </a:r>
            <a:r>
              <a:rPr lang="en-US" dirty="0" err="1">
                <a:latin typeface="+mj-lt"/>
              </a:rPr>
              <a:t>dass</a:t>
            </a:r>
            <a:r>
              <a:rPr lang="en-US" dirty="0">
                <a:latin typeface="+mj-lt"/>
              </a:rPr>
              <a:t> </a:t>
            </a:r>
            <a:r>
              <a:rPr lang="en-US" dirty="0" err="1">
                <a:latin typeface="+mj-lt"/>
              </a:rPr>
              <a:t>sie</a:t>
            </a:r>
            <a:r>
              <a:rPr lang="en-US" dirty="0">
                <a:latin typeface="+mj-lt"/>
              </a:rPr>
              <a:t> </a:t>
            </a:r>
            <a:r>
              <a:rPr lang="en-US" dirty="0" err="1">
                <a:latin typeface="+mj-lt"/>
              </a:rPr>
              <a:t>schmerzhaft</a:t>
            </a:r>
            <a:r>
              <a:rPr lang="en-US" dirty="0">
                <a:latin typeface="+mj-lt"/>
              </a:rPr>
              <a:t> sein </a:t>
            </a:r>
            <a:r>
              <a:rPr lang="en-US" dirty="0" err="1">
                <a:latin typeface="+mj-lt"/>
              </a:rPr>
              <a:t>könnten</a:t>
            </a:r>
            <a:r>
              <a:rPr lang="en-US" dirty="0">
                <a:latin typeface="+mj-lt"/>
              </a:rPr>
              <a:t>.</a:t>
            </a:r>
          </a:p>
          <a:p>
            <a:pPr algn="just"/>
            <a:endParaRPr lang="en-US" dirty="0">
              <a:latin typeface="+mj-lt"/>
            </a:endParaRPr>
          </a:p>
          <a:p>
            <a:pPr algn="just"/>
            <a:r>
              <a:rPr lang="en-US" dirty="0">
                <a:latin typeface="+mj-lt"/>
              </a:rPr>
              <a:t>Dieser Teil der </a:t>
            </a:r>
            <a:r>
              <a:rPr lang="en-US" dirty="0" err="1">
                <a:latin typeface="+mj-lt"/>
              </a:rPr>
              <a:t>Studie</a:t>
            </a:r>
            <a:r>
              <a:rPr lang="en-US" dirty="0">
                <a:latin typeface="+mj-lt"/>
              </a:rPr>
              <a:t> </a:t>
            </a:r>
            <a:r>
              <a:rPr lang="en-US" dirty="0" err="1">
                <a:latin typeface="+mj-lt"/>
              </a:rPr>
              <a:t>wird</a:t>
            </a:r>
            <a:r>
              <a:rPr lang="en-US" dirty="0">
                <a:latin typeface="+mj-lt"/>
              </a:rPr>
              <a:t> </a:t>
            </a:r>
            <a:r>
              <a:rPr lang="en-US" dirty="0" err="1">
                <a:latin typeface="+mj-lt"/>
              </a:rPr>
              <a:t>etwa</a:t>
            </a:r>
            <a:r>
              <a:rPr lang="en-US" dirty="0">
                <a:latin typeface="+mj-lt"/>
              </a:rPr>
              <a:t> </a:t>
            </a:r>
            <a:r>
              <a:rPr lang="en-US" b="1" dirty="0"/>
              <a:t>15 </a:t>
            </a:r>
            <a:r>
              <a:rPr lang="en-US" b="1" dirty="0" err="1"/>
              <a:t>Minuten</a:t>
            </a:r>
            <a:r>
              <a:rPr lang="en-US" b="1" dirty="0"/>
              <a:t> </a:t>
            </a:r>
            <a:r>
              <a:rPr lang="en-US" dirty="0" err="1">
                <a:latin typeface="+mj-lt"/>
              </a:rPr>
              <a:t>dauern</a:t>
            </a:r>
            <a:r>
              <a:rPr lang="en-US" dirty="0">
                <a:latin typeface="+mj-lt"/>
              </a:rPr>
              <a:t>. Bitte </a:t>
            </a:r>
            <a:r>
              <a:rPr lang="en-US" dirty="0" err="1">
                <a:latin typeface="+mj-lt"/>
              </a:rPr>
              <a:t>suche</a:t>
            </a:r>
            <a:r>
              <a:rPr lang="en-US" dirty="0">
                <a:latin typeface="+mj-lt"/>
              </a:rPr>
              <a:t> </a:t>
            </a:r>
            <a:r>
              <a:rPr lang="en-US" dirty="0" err="1">
                <a:latin typeface="+mj-lt"/>
              </a:rPr>
              <a:t>dir</a:t>
            </a:r>
            <a:r>
              <a:rPr lang="en-US" dirty="0">
                <a:latin typeface="+mj-lt"/>
              </a:rPr>
              <a:t> </a:t>
            </a:r>
            <a:r>
              <a:rPr lang="en-US" dirty="0" err="1">
                <a:latin typeface="+mj-lt"/>
              </a:rPr>
              <a:t>einen</a:t>
            </a:r>
            <a:r>
              <a:rPr lang="en-US" dirty="0">
                <a:latin typeface="+mj-lt"/>
              </a:rPr>
              <a:t> </a:t>
            </a:r>
            <a:r>
              <a:rPr lang="en-US" dirty="0" err="1">
                <a:latin typeface="+mj-lt"/>
              </a:rPr>
              <a:t>ruhigen</a:t>
            </a:r>
            <a:r>
              <a:rPr lang="en-US" dirty="0">
                <a:latin typeface="+mj-lt"/>
              </a:rPr>
              <a:t> Ort, an dem du dich </a:t>
            </a:r>
            <a:r>
              <a:rPr lang="en-US" dirty="0" err="1">
                <a:latin typeface="+mj-lt"/>
              </a:rPr>
              <a:t>ungestört</a:t>
            </a:r>
            <a:r>
              <a:rPr lang="en-US" dirty="0">
                <a:latin typeface="+mj-lt"/>
              </a:rPr>
              <a:t> </a:t>
            </a:r>
            <a:r>
              <a:rPr lang="en-US" dirty="0" err="1">
                <a:latin typeface="+mj-lt"/>
              </a:rPr>
              <a:t>fühlst</a:t>
            </a:r>
            <a:r>
              <a:rPr lang="en-US" dirty="0">
                <a:latin typeface="+mj-lt"/>
              </a:rPr>
              <a:t>.</a:t>
            </a:r>
          </a:p>
          <a:p>
            <a:pPr algn="just"/>
            <a:endParaRPr lang="en-US" dirty="0">
              <a:latin typeface="+mj-lt"/>
            </a:endParaRPr>
          </a:p>
          <a:p>
            <a:pPr algn="just"/>
            <a:r>
              <a:rPr lang="en-US" dirty="0">
                <a:latin typeface="+mj-lt"/>
              </a:rPr>
              <a:t>Um </a:t>
            </a:r>
            <a:r>
              <a:rPr lang="en-US" dirty="0" err="1">
                <a:latin typeface="+mj-lt"/>
              </a:rPr>
              <a:t>sicherzustellen</a:t>
            </a:r>
            <a:r>
              <a:rPr lang="en-US" dirty="0">
                <a:latin typeface="+mj-lt"/>
              </a:rPr>
              <a:t>, </a:t>
            </a:r>
            <a:r>
              <a:rPr lang="en-US" dirty="0" err="1">
                <a:latin typeface="+mj-lt"/>
              </a:rPr>
              <a:t>dass</a:t>
            </a:r>
            <a:r>
              <a:rPr lang="en-US" dirty="0">
                <a:latin typeface="+mj-lt"/>
              </a:rPr>
              <a:t> du </a:t>
            </a:r>
            <a:r>
              <a:rPr lang="en-US" dirty="0" err="1">
                <a:latin typeface="+mj-lt"/>
              </a:rPr>
              <a:t>alles</a:t>
            </a:r>
            <a:r>
              <a:rPr lang="en-US" dirty="0">
                <a:latin typeface="+mj-lt"/>
              </a:rPr>
              <a:t> </a:t>
            </a:r>
            <a:r>
              <a:rPr lang="en-US" dirty="0" err="1">
                <a:latin typeface="+mj-lt"/>
              </a:rPr>
              <a:t>sehen</a:t>
            </a:r>
            <a:r>
              <a:rPr lang="en-US" dirty="0">
                <a:latin typeface="+mj-lt"/>
              </a:rPr>
              <a:t> </a:t>
            </a:r>
            <a:r>
              <a:rPr lang="en-US" dirty="0" err="1">
                <a:latin typeface="+mj-lt"/>
              </a:rPr>
              <a:t>kannst</a:t>
            </a:r>
            <a:r>
              <a:rPr lang="en-US" dirty="0">
                <a:latin typeface="+mj-lt"/>
              </a:rPr>
              <a:t>, </a:t>
            </a:r>
            <a:r>
              <a:rPr lang="en-US" dirty="0" err="1">
                <a:latin typeface="+mj-lt"/>
              </a:rPr>
              <a:t>verwende</a:t>
            </a:r>
            <a:r>
              <a:rPr lang="en-US" dirty="0">
                <a:latin typeface="+mj-lt"/>
              </a:rPr>
              <a:t> bitte </a:t>
            </a:r>
            <a:r>
              <a:rPr lang="en-US" dirty="0" err="1">
                <a:latin typeface="+mj-lt"/>
              </a:rPr>
              <a:t>einen</a:t>
            </a:r>
            <a:r>
              <a:rPr lang="en-US" dirty="0">
                <a:latin typeface="+mj-lt"/>
              </a:rPr>
              <a:t> </a:t>
            </a:r>
            <a:r>
              <a:rPr lang="en-US" b="1" dirty="0"/>
              <a:t>Computer </a:t>
            </a:r>
            <a:r>
              <a:rPr lang="en-US" b="1" dirty="0" err="1"/>
              <a:t>oder</a:t>
            </a:r>
            <a:r>
              <a:rPr lang="en-US" b="1" dirty="0"/>
              <a:t> </a:t>
            </a:r>
            <a:r>
              <a:rPr lang="en-US" b="1" dirty="0" err="1"/>
              <a:t>ein</a:t>
            </a:r>
            <a:r>
              <a:rPr lang="en-US" b="1" dirty="0"/>
              <a:t> Tablet</a:t>
            </a:r>
            <a:r>
              <a:rPr lang="en-US" dirty="0">
                <a:latin typeface="+mj-lt"/>
              </a:rPr>
              <a:t>. </a:t>
            </a:r>
            <a:r>
              <a:rPr lang="en-US" dirty="0" err="1">
                <a:latin typeface="+mj-lt"/>
              </a:rPr>
              <a:t>Vergesse</a:t>
            </a:r>
            <a:r>
              <a:rPr lang="en-US" dirty="0">
                <a:latin typeface="+mj-lt"/>
              </a:rPr>
              <a:t> </a:t>
            </a:r>
            <a:r>
              <a:rPr lang="en-US" dirty="0" err="1">
                <a:latin typeface="+mj-lt"/>
              </a:rPr>
              <a:t>nicht</a:t>
            </a:r>
            <a:r>
              <a:rPr lang="en-US" dirty="0">
                <a:latin typeface="+mj-lt"/>
              </a:rPr>
              <a:t>, </a:t>
            </a:r>
            <a:r>
              <a:rPr lang="en-US" dirty="0" err="1">
                <a:latin typeface="+mj-lt"/>
              </a:rPr>
              <a:t>dir</a:t>
            </a:r>
            <a:r>
              <a:rPr lang="en-US" b="1" dirty="0">
                <a:latin typeface="+mj-lt"/>
              </a:rPr>
              <a:t> </a:t>
            </a:r>
            <a:r>
              <a:rPr lang="en-US" b="1" dirty="0" err="1"/>
              <a:t>Kopfhörer</a:t>
            </a:r>
            <a:r>
              <a:rPr lang="en-US" b="1" dirty="0">
                <a:latin typeface="+mj-lt"/>
              </a:rPr>
              <a:t> </a:t>
            </a:r>
            <a:r>
              <a:rPr lang="en-US" dirty="0" err="1">
                <a:latin typeface="+mj-lt"/>
              </a:rPr>
              <a:t>zu</a:t>
            </a:r>
            <a:r>
              <a:rPr lang="en-US" dirty="0">
                <a:latin typeface="+mj-lt"/>
              </a:rPr>
              <a:t> </a:t>
            </a:r>
            <a:r>
              <a:rPr lang="en-US" dirty="0" err="1">
                <a:latin typeface="+mj-lt"/>
              </a:rPr>
              <a:t>besorgen</a:t>
            </a:r>
            <a:r>
              <a:rPr lang="en-US" dirty="0">
                <a:latin typeface="+mj-lt"/>
              </a:rPr>
              <a:t>!</a:t>
            </a:r>
          </a:p>
          <a:p>
            <a:pPr algn="just"/>
            <a:endParaRPr lang="en-US" dirty="0">
              <a:latin typeface="+mj-lt"/>
            </a:endParaRPr>
          </a:p>
          <a:p>
            <a:pPr algn="just"/>
            <a:r>
              <a:rPr lang="en-US" dirty="0" err="1">
                <a:latin typeface="+mj-lt"/>
              </a:rPr>
              <a:t>Wenn</a:t>
            </a:r>
            <a:r>
              <a:rPr lang="en-US" dirty="0">
                <a:latin typeface="+mj-lt"/>
              </a:rPr>
              <a:t> du das </a:t>
            </a:r>
            <a:r>
              <a:rPr lang="en-US" dirty="0" err="1">
                <a:latin typeface="+mj-lt"/>
              </a:rPr>
              <a:t>Gerät</a:t>
            </a:r>
            <a:r>
              <a:rPr lang="en-US" dirty="0">
                <a:latin typeface="+mj-lt"/>
              </a:rPr>
              <a:t> </a:t>
            </a:r>
            <a:r>
              <a:rPr lang="en-US" dirty="0" err="1">
                <a:latin typeface="+mj-lt"/>
              </a:rPr>
              <a:t>wechseln</a:t>
            </a:r>
            <a:r>
              <a:rPr lang="en-US" dirty="0">
                <a:latin typeface="+mj-lt"/>
              </a:rPr>
              <a:t> </a:t>
            </a:r>
            <a:r>
              <a:rPr lang="en-US" dirty="0" err="1">
                <a:latin typeface="+mj-lt"/>
              </a:rPr>
              <a:t>musst</a:t>
            </a:r>
            <a:r>
              <a:rPr lang="en-US" dirty="0">
                <a:latin typeface="+mj-lt"/>
              </a:rPr>
              <a:t>, </a:t>
            </a:r>
            <a:r>
              <a:rPr lang="en-US" dirty="0" err="1">
                <a:latin typeface="+mj-lt"/>
              </a:rPr>
              <a:t>schließe</a:t>
            </a:r>
            <a:r>
              <a:rPr lang="en-US" dirty="0">
                <a:latin typeface="+mj-lt"/>
              </a:rPr>
              <a:t> </a:t>
            </a:r>
            <a:r>
              <a:rPr lang="en-US" dirty="0" err="1">
                <a:latin typeface="+mj-lt"/>
              </a:rPr>
              <a:t>einfach</a:t>
            </a:r>
            <a:r>
              <a:rPr lang="en-US" dirty="0">
                <a:latin typeface="+mj-lt"/>
              </a:rPr>
              <a:t> dieses Fenster und </a:t>
            </a:r>
            <a:r>
              <a:rPr lang="en-US" dirty="0" err="1">
                <a:latin typeface="+mj-lt"/>
              </a:rPr>
              <a:t>klicke</a:t>
            </a:r>
            <a:r>
              <a:rPr lang="en-US" dirty="0">
                <a:latin typeface="+mj-lt"/>
              </a:rPr>
              <a:t> auf dem </a:t>
            </a:r>
            <a:r>
              <a:rPr lang="en-US" dirty="0" err="1">
                <a:latin typeface="+mj-lt"/>
              </a:rPr>
              <a:t>neuen</a:t>
            </a:r>
            <a:r>
              <a:rPr lang="en-US" dirty="0">
                <a:latin typeface="+mj-lt"/>
              </a:rPr>
              <a:t> </a:t>
            </a:r>
            <a:r>
              <a:rPr lang="en-US" dirty="0" err="1">
                <a:latin typeface="+mj-lt"/>
              </a:rPr>
              <a:t>Gerät</a:t>
            </a:r>
            <a:r>
              <a:rPr lang="en-US" dirty="0">
                <a:latin typeface="+mj-lt"/>
              </a:rPr>
              <a:t> auf den Link, den </a:t>
            </a:r>
            <a:r>
              <a:rPr lang="en-US" dirty="0" err="1">
                <a:latin typeface="+mj-lt"/>
              </a:rPr>
              <a:t>wir</a:t>
            </a:r>
            <a:r>
              <a:rPr lang="en-US" dirty="0">
                <a:latin typeface="+mj-lt"/>
              </a:rPr>
              <a:t> </a:t>
            </a:r>
            <a:r>
              <a:rPr lang="en-US" dirty="0" err="1">
                <a:latin typeface="+mj-lt"/>
              </a:rPr>
              <a:t>dir</a:t>
            </a:r>
            <a:r>
              <a:rPr lang="en-US" dirty="0">
                <a:latin typeface="+mj-lt"/>
              </a:rPr>
              <a:t> </a:t>
            </a:r>
            <a:r>
              <a:rPr lang="en-US" dirty="0" err="1">
                <a:latin typeface="+mj-lt"/>
              </a:rPr>
              <a:t>geschickt</a:t>
            </a:r>
            <a:r>
              <a:rPr lang="en-US" dirty="0">
                <a:latin typeface="+mj-lt"/>
              </a:rPr>
              <a:t> </a:t>
            </a:r>
            <a:r>
              <a:rPr lang="en-US" dirty="0" err="1">
                <a:latin typeface="+mj-lt"/>
              </a:rPr>
              <a:t>haben</a:t>
            </a:r>
            <a:r>
              <a:rPr lang="en-US" dirty="0">
                <a:latin typeface="+mj-lt"/>
              </a:rPr>
              <a:t>. </a:t>
            </a:r>
            <a:r>
              <a:rPr lang="en-US" dirty="0" err="1">
                <a:latin typeface="+mj-lt"/>
              </a:rPr>
              <a:t>Vergesse</a:t>
            </a:r>
            <a:r>
              <a:rPr lang="en-US" dirty="0">
                <a:latin typeface="+mj-lt"/>
              </a:rPr>
              <a:t> </a:t>
            </a:r>
            <a:r>
              <a:rPr lang="en-US" dirty="0" err="1">
                <a:latin typeface="+mj-lt"/>
              </a:rPr>
              <a:t>dann</a:t>
            </a:r>
            <a:r>
              <a:rPr lang="en-US" dirty="0">
                <a:latin typeface="+mj-lt"/>
              </a:rPr>
              <a:t> </a:t>
            </a:r>
            <a:r>
              <a:rPr lang="en-US" dirty="0" err="1">
                <a:latin typeface="+mj-lt"/>
              </a:rPr>
              <a:t>nicht</a:t>
            </a:r>
            <a:r>
              <a:rPr lang="en-US" dirty="0">
                <a:latin typeface="+mj-lt"/>
              </a:rPr>
              <a:t>, </a:t>
            </a:r>
            <a:r>
              <a:rPr lang="en-US" dirty="0" err="1">
                <a:latin typeface="+mj-lt"/>
              </a:rPr>
              <a:t>deinen</a:t>
            </a:r>
            <a:r>
              <a:rPr lang="en-US" dirty="0">
                <a:latin typeface="+mj-lt"/>
              </a:rPr>
              <a:t> </a:t>
            </a:r>
            <a:r>
              <a:rPr lang="en-US" dirty="0" err="1">
                <a:latin typeface="+mj-lt"/>
              </a:rPr>
              <a:t>Studien</a:t>
            </a:r>
            <a:r>
              <a:rPr lang="en-US" dirty="0">
                <a:latin typeface="+mj-lt"/>
              </a:rPr>
              <a:t>-ID-Code </a:t>
            </a:r>
            <a:r>
              <a:rPr lang="en-US" dirty="0" err="1">
                <a:latin typeface="+mj-lt"/>
              </a:rPr>
              <a:t>erneut</a:t>
            </a:r>
            <a:r>
              <a:rPr lang="en-US" dirty="0">
                <a:latin typeface="+mj-lt"/>
              </a:rPr>
              <a:t> </a:t>
            </a:r>
            <a:r>
              <a:rPr lang="en-US" dirty="0" err="1">
                <a:latin typeface="+mj-lt"/>
              </a:rPr>
              <a:t>einzugeben</a:t>
            </a:r>
            <a:r>
              <a:rPr lang="en-US" dirty="0">
                <a:latin typeface="+mj-lt"/>
              </a:rPr>
              <a:t>.</a:t>
            </a:r>
          </a:p>
        </p:txBody>
      </p:sp>
    </p:spTree>
    <p:extLst>
      <p:ext uri="{BB962C8B-B14F-4D97-AF65-F5344CB8AC3E}">
        <p14:creationId xmlns:p14="http://schemas.microsoft.com/office/powerpoint/2010/main" val="2744089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4B2882-E55C-B1FC-58E4-199445C65792}"/>
              </a:ext>
            </a:extLst>
          </p:cNvPr>
          <p:cNvSpPr>
            <a:spLocks noGrp="1"/>
          </p:cNvSpPr>
          <p:nvPr>
            <p:ph idx="1"/>
          </p:nvPr>
        </p:nvSpPr>
        <p:spPr>
          <a:xfrm>
            <a:off x="284653" y="343385"/>
            <a:ext cx="6404382" cy="2340182"/>
          </a:xfrm>
        </p:spPr>
        <p:txBody>
          <a:bodyPr>
            <a:normAutofit/>
          </a:bodyPr>
          <a:lstStyle/>
          <a:p>
            <a:pPr marL="0" indent="0" algn="just">
              <a:buNone/>
            </a:pPr>
            <a:r>
              <a:rPr lang="de-DE" sz="1800" dirty="0">
                <a:latin typeface="+mj-lt"/>
              </a:rPr>
              <a:t>Zuerst müssen wir prüfen, ob du die Töne hören kannst.</a:t>
            </a:r>
          </a:p>
          <a:p>
            <a:pPr marL="0" indent="0" algn="just">
              <a:buNone/>
            </a:pPr>
            <a:endParaRPr lang="de-DE" sz="1800" dirty="0">
              <a:latin typeface="+mj-lt"/>
            </a:endParaRPr>
          </a:p>
          <a:p>
            <a:pPr marL="0" indent="0" algn="just">
              <a:buNone/>
            </a:pPr>
            <a:r>
              <a:rPr lang="de-DE" sz="1800" dirty="0">
                <a:latin typeface="+mj-lt"/>
              </a:rPr>
              <a:t>Stell dafür deine Lautstärke so ein, dass du den Ton beim Drücken des </a:t>
            </a:r>
            <a:r>
              <a:rPr lang="de-DE" sz="1800" b="1" dirty="0">
                <a:solidFill>
                  <a:srgbClr val="0070C0"/>
                </a:solidFill>
              </a:rPr>
              <a:t>BLAUEN</a:t>
            </a:r>
            <a:r>
              <a:rPr lang="de-DE" sz="1800" b="1" dirty="0">
                <a:solidFill>
                  <a:srgbClr val="0070C0"/>
                </a:solidFill>
                <a:latin typeface="+mj-lt"/>
              </a:rPr>
              <a:t> </a:t>
            </a:r>
            <a:r>
              <a:rPr lang="de-DE" sz="1800" dirty="0">
                <a:latin typeface="+mj-lt"/>
              </a:rPr>
              <a:t>Quadrats nur ganz leise hören kannst.</a:t>
            </a:r>
          </a:p>
          <a:p>
            <a:pPr marL="0" indent="0" algn="just">
              <a:buNone/>
            </a:pPr>
            <a:endParaRPr lang="de-DE" sz="1800" dirty="0">
              <a:latin typeface="+mj-lt"/>
            </a:endParaRPr>
          </a:p>
          <a:p>
            <a:pPr marL="0" indent="0" algn="just">
              <a:buNone/>
            </a:pPr>
            <a:r>
              <a:rPr lang="de-DE" sz="1800" dirty="0">
                <a:latin typeface="+mj-lt"/>
              </a:rPr>
              <a:t>Das Geräusch, dass du hörst, wenn du den </a:t>
            </a:r>
            <a:r>
              <a:rPr lang="de-DE" sz="1800" b="1" dirty="0">
                <a:solidFill>
                  <a:srgbClr val="FF0000"/>
                </a:solidFill>
              </a:rPr>
              <a:t>ROTEN</a:t>
            </a:r>
            <a:r>
              <a:rPr lang="de-DE" sz="1800" b="1" dirty="0">
                <a:solidFill>
                  <a:srgbClr val="FF0000"/>
                </a:solidFill>
                <a:latin typeface="+mj-lt"/>
              </a:rPr>
              <a:t> </a:t>
            </a:r>
            <a:r>
              <a:rPr lang="de-DE" sz="1800" dirty="0">
                <a:latin typeface="+mj-lt"/>
              </a:rPr>
              <a:t>Kreis drückst, sollte nun laut und unangenehm sein, aber nicht schmerzhaft.</a:t>
            </a:r>
          </a:p>
          <a:p>
            <a:pPr marL="0" indent="0" algn="just">
              <a:buNone/>
            </a:pPr>
            <a:endParaRPr lang="en-US" sz="1800" dirty="0"/>
          </a:p>
        </p:txBody>
      </p:sp>
    </p:spTree>
    <p:extLst>
      <p:ext uri="{BB962C8B-B14F-4D97-AF65-F5344CB8AC3E}">
        <p14:creationId xmlns:p14="http://schemas.microsoft.com/office/powerpoint/2010/main" val="2821464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861BDC-1385-8C28-9A84-575FCAE43C62}"/>
              </a:ext>
            </a:extLst>
          </p:cNvPr>
          <p:cNvSpPr>
            <a:spLocks noGrp="1"/>
          </p:cNvSpPr>
          <p:nvPr>
            <p:ph idx="1"/>
          </p:nvPr>
        </p:nvSpPr>
        <p:spPr>
          <a:xfrm>
            <a:off x="479563" y="517125"/>
            <a:ext cx="7886700" cy="1344881"/>
          </a:xfrm>
        </p:spPr>
        <p:txBody>
          <a:bodyPr>
            <a:normAutofit/>
          </a:bodyPr>
          <a:lstStyle/>
          <a:p>
            <a:pPr marL="0" indent="0">
              <a:buNone/>
            </a:pPr>
            <a:r>
              <a:rPr lang="en-US" sz="1800" dirty="0">
                <a:latin typeface="+mj-lt"/>
                <a:cs typeface="Calibri" panose="020F0502020204030204" pitchFamily="34" charset="0"/>
              </a:rPr>
              <a:t>Wie </a:t>
            </a:r>
            <a:r>
              <a:rPr lang="en-US" sz="1800" b="1" dirty="0" err="1">
                <a:cs typeface="Calibri" panose="020F0502020204030204" pitchFamily="34" charset="0"/>
              </a:rPr>
              <a:t>unangenehm</a:t>
            </a:r>
            <a:r>
              <a:rPr lang="en-US" sz="1800" dirty="0">
                <a:latin typeface="+mj-lt"/>
                <a:cs typeface="Calibri" panose="020F0502020204030204" pitchFamily="34" charset="0"/>
              </a:rPr>
              <a:t> war der Schrei für dich?</a:t>
            </a:r>
          </a:p>
          <a:p>
            <a:pPr marL="0" indent="0">
              <a:buNone/>
            </a:pPr>
            <a:endParaRPr lang="en-US" sz="1800" dirty="0">
              <a:latin typeface="+mj-lt"/>
              <a:cs typeface="Calibri" panose="020F0502020204030204" pitchFamily="34" charset="0"/>
            </a:endParaRPr>
          </a:p>
          <a:p>
            <a:pPr marL="0" indent="0">
              <a:buNone/>
            </a:pPr>
            <a:r>
              <a:rPr lang="en-US" sz="1800" dirty="0">
                <a:latin typeface="+mj-lt"/>
                <a:cs typeface="Calibri" panose="020F0502020204030204" pitchFamily="34" charset="0"/>
              </a:rPr>
              <a:t>Bitte </a:t>
            </a:r>
            <a:r>
              <a:rPr lang="en-US" sz="1800" dirty="0" err="1">
                <a:latin typeface="+mj-lt"/>
                <a:cs typeface="Calibri" panose="020F0502020204030204" pitchFamily="34" charset="0"/>
              </a:rPr>
              <a:t>antworte</a:t>
            </a:r>
            <a:r>
              <a:rPr lang="en-US" sz="1800" dirty="0">
                <a:latin typeface="+mj-lt"/>
                <a:cs typeface="Calibri" panose="020F0502020204030204" pitchFamily="34" charset="0"/>
              </a:rPr>
              <a:t> </a:t>
            </a:r>
            <a:r>
              <a:rPr lang="en-US" sz="1800" dirty="0" err="1">
                <a:latin typeface="+mj-lt"/>
                <a:cs typeface="Calibri" panose="020F0502020204030204" pitchFamily="34" charset="0"/>
              </a:rPr>
              <a:t>anhand</a:t>
            </a:r>
            <a:r>
              <a:rPr lang="en-US" sz="1800" dirty="0">
                <a:latin typeface="+mj-lt"/>
                <a:cs typeface="Calibri" panose="020F0502020204030204" pitchFamily="34" charset="0"/>
              </a:rPr>
              <a:t> der </a:t>
            </a:r>
            <a:r>
              <a:rPr lang="en-US" sz="1800" dirty="0" err="1">
                <a:latin typeface="+mj-lt"/>
                <a:cs typeface="Calibri" panose="020F0502020204030204" pitchFamily="34" charset="0"/>
              </a:rPr>
              <a:t>untenstehenden</a:t>
            </a:r>
            <a:r>
              <a:rPr lang="en-US" sz="1800" dirty="0">
                <a:latin typeface="+mj-lt"/>
                <a:cs typeface="Calibri" panose="020F0502020204030204" pitchFamily="34" charset="0"/>
              </a:rPr>
              <a:t> </a:t>
            </a:r>
            <a:r>
              <a:rPr lang="en-US" sz="1800" dirty="0" err="1">
                <a:latin typeface="+mj-lt"/>
                <a:cs typeface="Calibri" panose="020F0502020204030204" pitchFamily="34" charset="0"/>
              </a:rPr>
              <a:t>Bewertungsskala</a:t>
            </a:r>
            <a:r>
              <a:rPr lang="en-US" sz="1800" dirty="0">
                <a:latin typeface="+mj-lt"/>
                <a:cs typeface="Calibri" panose="020F0502020204030204" pitchFamily="34" charset="0"/>
              </a:rPr>
              <a:t>. </a:t>
            </a:r>
            <a:r>
              <a:rPr lang="en-US" sz="1800" i="1" dirty="0">
                <a:latin typeface="+mj-lt"/>
                <a:cs typeface="Calibri" panose="020F0502020204030204" pitchFamily="34" charset="0"/>
              </a:rPr>
              <a:t>Du hast 6 </a:t>
            </a:r>
            <a:r>
              <a:rPr lang="en-US" sz="1800" i="1" dirty="0" err="1">
                <a:latin typeface="+mj-lt"/>
                <a:cs typeface="Calibri" panose="020F0502020204030204" pitchFamily="34" charset="0"/>
              </a:rPr>
              <a:t>Sekunden</a:t>
            </a:r>
            <a:r>
              <a:rPr lang="en-US" sz="1800" i="1" dirty="0">
                <a:latin typeface="+mj-lt"/>
                <a:cs typeface="Calibri" panose="020F0502020204030204" pitchFamily="34" charset="0"/>
              </a:rPr>
              <a:t> Zeit </a:t>
            </a:r>
            <a:r>
              <a:rPr lang="en-US" sz="1800" i="1" dirty="0" err="1">
                <a:latin typeface="+mj-lt"/>
                <a:cs typeface="Calibri" panose="020F0502020204030204" pitchFamily="34" charset="0"/>
              </a:rPr>
              <a:t>zu</a:t>
            </a:r>
            <a:r>
              <a:rPr lang="en-US" sz="1800" i="1" dirty="0">
                <a:latin typeface="+mj-lt"/>
                <a:cs typeface="Calibri" panose="020F0502020204030204" pitchFamily="34" charset="0"/>
              </a:rPr>
              <a:t> </a:t>
            </a:r>
            <a:r>
              <a:rPr lang="en-US" sz="1800" i="1" dirty="0" err="1">
                <a:latin typeface="+mj-lt"/>
                <a:cs typeface="Calibri" panose="020F0502020204030204" pitchFamily="34" charset="0"/>
              </a:rPr>
              <a:t>antworten</a:t>
            </a:r>
            <a:r>
              <a:rPr lang="en-US" sz="1800" i="1" dirty="0">
                <a:latin typeface="+mj-lt"/>
                <a:cs typeface="Calibri" panose="020F0502020204030204" pitchFamily="34" charset="0"/>
              </a:rPr>
              <a:t>.</a:t>
            </a:r>
          </a:p>
        </p:txBody>
      </p:sp>
    </p:spTree>
    <p:extLst>
      <p:ext uri="{BB962C8B-B14F-4D97-AF65-F5344CB8AC3E}">
        <p14:creationId xmlns:p14="http://schemas.microsoft.com/office/powerpoint/2010/main" val="1907421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BC6607-C732-42C3-D7B4-9E8FA858E072}"/>
              </a:ext>
            </a:extLst>
          </p:cNvPr>
          <p:cNvSpPr>
            <a:spLocks noGrp="1"/>
          </p:cNvSpPr>
          <p:nvPr>
            <p:ph idx="1"/>
          </p:nvPr>
        </p:nvSpPr>
        <p:spPr>
          <a:xfrm>
            <a:off x="390110" y="732321"/>
            <a:ext cx="6398316" cy="4351338"/>
          </a:xfrm>
        </p:spPr>
        <p:txBody>
          <a:bodyPr>
            <a:normAutofit/>
          </a:bodyPr>
          <a:lstStyle/>
          <a:p>
            <a:pPr marL="0" indent="0" algn="just">
              <a:buNone/>
            </a:pPr>
            <a:r>
              <a:rPr lang="en-US" sz="1800" dirty="0">
                <a:latin typeface="+mj-lt"/>
              </a:rPr>
              <a:t>Ich </a:t>
            </a:r>
            <a:r>
              <a:rPr lang="en-US" sz="1800" dirty="0" err="1">
                <a:latin typeface="+mj-lt"/>
              </a:rPr>
              <a:t>werde</a:t>
            </a:r>
            <a:r>
              <a:rPr lang="en-US" sz="1800" dirty="0">
                <a:latin typeface="+mj-lt"/>
              </a:rPr>
              <a:t> </a:t>
            </a:r>
            <a:r>
              <a:rPr lang="en-US" sz="1800" dirty="0" err="1">
                <a:latin typeface="+mj-lt"/>
              </a:rPr>
              <a:t>dir</a:t>
            </a:r>
            <a:r>
              <a:rPr lang="en-US" sz="1800" dirty="0">
                <a:latin typeface="+mj-lt"/>
              </a:rPr>
              <a:t> </a:t>
            </a:r>
            <a:r>
              <a:rPr lang="en-US" sz="1800" dirty="0" err="1">
                <a:latin typeface="+mj-lt"/>
              </a:rPr>
              <a:t>jetzt</a:t>
            </a:r>
            <a:r>
              <a:rPr lang="en-US" sz="1800" dirty="0">
                <a:latin typeface="+mj-lt"/>
              </a:rPr>
              <a:t> </a:t>
            </a:r>
            <a:r>
              <a:rPr lang="en-US" sz="1800" dirty="0" err="1">
                <a:latin typeface="+mj-lt"/>
              </a:rPr>
              <a:t>einige</a:t>
            </a:r>
            <a:r>
              <a:rPr lang="en-US" sz="1800" dirty="0">
                <a:latin typeface="+mj-lt"/>
              </a:rPr>
              <a:t> </a:t>
            </a:r>
            <a:r>
              <a:rPr lang="en-US" sz="1800" dirty="0" err="1">
                <a:latin typeface="+mj-lt"/>
              </a:rPr>
              <a:t>verschiedene</a:t>
            </a:r>
            <a:r>
              <a:rPr lang="en-US" sz="1800" dirty="0">
                <a:latin typeface="+mj-lt"/>
              </a:rPr>
              <a:t> Posen </a:t>
            </a:r>
            <a:r>
              <a:rPr lang="en-US" sz="1800" dirty="0" err="1">
                <a:latin typeface="+mj-lt"/>
              </a:rPr>
              <a:t>zeigen</a:t>
            </a:r>
            <a:r>
              <a:rPr lang="en-US" sz="1800" dirty="0">
                <a:latin typeface="+mj-lt"/>
              </a:rPr>
              <a:t> und ich </a:t>
            </a:r>
            <a:r>
              <a:rPr lang="en-US" sz="1800" dirty="0" err="1">
                <a:latin typeface="+mj-lt"/>
              </a:rPr>
              <a:t>möchte</a:t>
            </a:r>
            <a:r>
              <a:rPr lang="en-US" sz="1800" dirty="0">
                <a:latin typeface="+mj-lt"/>
              </a:rPr>
              <a:t>, </a:t>
            </a:r>
            <a:r>
              <a:rPr lang="en-US" sz="1800" dirty="0" err="1">
                <a:latin typeface="+mj-lt"/>
              </a:rPr>
              <a:t>dass</a:t>
            </a:r>
            <a:r>
              <a:rPr lang="en-US" sz="1800" dirty="0">
                <a:latin typeface="+mj-lt"/>
              </a:rPr>
              <a:t> du mir </a:t>
            </a:r>
            <a:r>
              <a:rPr lang="en-US" sz="1800" dirty="0" err="1">
                <a:latin typeface="+mj-lt"/>
              </a:rPr>
              <a:t>sagst</a:t>
            </a:r>
            <a:r>
              <a:rPr lang="en-US" sz="1800" dirty="0">
                <a:latin typeface="+mj-lt"/>
              </a:rPr>
              <a:t>, </a:t>
            </a:r>
            <a:r>
              <a:rPr lang="en-US" sz="1800" dirty="0" err="1">
                <a:latin typeface="+mj-lt"/>
              </a:rPr>
              <a:t>wie</a:t>
            </a:r>
            <a:r>
              <a:rPr lang="en-US" sz="1800" dirty="0">
                <a:latin typeface="+mj-lt"/>
              </a:rPr>
              <a:t> </a:t>
            </a:r>
            <a:r>
              <a:rPr lang="en-US" sz="1800" b="1" dirty="0" err="1"/>
              <a:t>schmerzhaft</a:t>
            </a:r>
            <a:r>
              <a:rPr lang="en-US" sz="1800" dirty="0">
                <a:latin typeface="+mj-lt"/>
              </a:rPr>
              <a:t> </a:t>
            </a:r>
            <a:r>
              <a:rPr lang="en-US" sz="1800" dirty="0" err="1">
                <a:latin typeface="+mj-lt"/>
              </a:rPr>
              <a:t>diese</a:t>
            </a:r>
            <a:r>
              <a:rPr lang="en-US" sz="1800" dirty="0">
                <a:latin typeface="+mj-lt"/>
              </a:rPr>
              <a:t> </a:t>
            </a:r>
            <a:r>
              <a:rPr lang="en-US" sz="1800" b="1" dirty="0"/>
              <a:t>für dich </a:t>
            </a:r>
            <a:r>
              <a:rPr lang="en-US" sz="1800" dirty="0" err="1">
                <a:latin typeface="+mj-lt"/>
              </a:rPr>
              <a:t>wären</a:t>
            </a:r>
            <a:r>
              <a:rPr lang="en-US" sz="1800" dirty="0">
                <a:latin typeface="+mj-lt"/>
              </a:rPr>
              <a:t>.</a:t>
            </a:r>
          </a:p>
          <a:p>
            <a:pPr marL="0" indent="0" algn="just">
              <a:buNone/>
            </a:pPr>
            <a:endParaRPr lang="en-US" sz="1800" dirty="0">
              <a:latin typeface="+mj-lt"/>
            </a:endParaRPr>
          </a:p>
          <a:p>
            <a:pPr marL="0" indent="0" algn="just">
              <a:buNone/>
            </a:pPr>
            <a:r>
              <a:rPr lang="en-US" sz="1800" dirty="0">
                <a:latin typeface="+mj-lt"/>
              </a:rPr>
              <a:t>Du </a:t>
            </a:r>
            <a:r>
              <a:rPr lang="en-US" sz="1800" dirty="0" err="1">
                <a:latin typeface="+mj-lt"/>
              </a:rPr>
              <a:t>wirst</a:t>
            </a:r>
            <a:r>
              <a:rPr lang="en-US" sz="1800" dirty="0">
                <a:latin typeface="+mj-lt"/>
              </a:rPr>
              <a:t> </a:t>
            </a:r>
            <a:r>
              <a:rPr lang="en-US" sz="1800" dirty="0" err="1">
                <a:latin typeface="+mj-lt"/>
              </a:rPr>
              <a:t>ein</a:t>
            </a:r>
            <a:r>
              <a:rPr lang="en-US" sz="1800" dirty="0">
                <a:latin typeface="+mj-lt"/>
              </a:rPr>
              <a:t> Bild der Pose </a:t>
            </a:r>
            <a:r>
              <a:rPr lang="en-US" sz="1800" dirty="0" err="1">
                <a:latin typeface="+mj-lt"/>
              </a:rPr>
              <a:t>sehen</a:t>
            </a:r>
            <a:r>
              <a:rPr lang="en-US" sz="1800" dirty="0">
                <a:latin typeface="+mj-lt"/>
              </a:rPr>
              <a:t> und </a:t>
            </a:r>
            <a:r>
              <a:rPr lang="en-US" sz="1800" dirty="0" err="1">
                <a:latin typeface="+mj-lt"/>
              </a:rPr>
              <a:t>nach</a:t>
            </a:r>
            <a:r>
              <a:rPr lang="en-US" sz="1800" dirty="0">
                <a:latin typeface="+mj-lt"/>
              </a:rPr>
              <a:t> </a:t>
            </a:r>
            <a:r>
              <a:rPr lang="en-US" sz="1800" dirty="0" err="1">
                <a:latin typeface="+mj-lt"/>
              </a:rPr>
              <a:t>ein</a:t>
            </a:r>
            <a:r>
              <a:rPr lang="en-US" sz="1800" dirty="0">
                <a:latin typeface="+mj-lt"/>
              </a:rPr>
              <a:t> </a:t>
            </a:r>
            <a:r>
              <a:rPr lang="en-US" sz="1800" dirty="0" err="1">
                <a:latin typeface="+mj-lt"/>
              </a:rPr>
              <a:t>paar</a:t>
            </a:r>
            <a:r>
              <a:rPr lang="en-US" sz="1800" dirty="0">
                <a:latin typeface="+mj-lt"/>
              </a:rPr>
              <a:t> </a:t>
            </a:r>
            <a:r>
              <a:rPr lang="en-US" sz="1800" dirty="0" err="1">
                <a:latin typeface="+mj-lt"/>
              </a:rPr>
              <a:t>Sekunden</a:t>
            </a:r>
            <a:r>
              <a:rPr lang="en-US" sz="1800" dirty="0">
                <a:latin typeface="+mj-lt"/>
              </a:rPr>
              <a:t> bitten </a:t>
            </a:r>
            <a:r>
              <a:rPr lang="en-US" sz="1800" dirty="0" err="1">
                <a:latin typeface="+mj-lt"/>
              </a:rPr>
              <a:t>wir</a:t>
            </a:r>
            <a:r>
              <a:rPr lang="en-US" sz="1800" dirty="0">
                <a:latin typeface="+mj-lt"/>
              </a:rPr>
              <a:t> dich, </a:t>
            </a:r>
            <a:r>
              <a:rPr lang="en-US" sz="1800" dirty="0" err="1">
                <a:latin typeface="+mj-lt"/>
              </a:rPr>
              <a:t>deine</a:t>
            </a:r>
            <a:r>
              <a:rPr lang="en-US" sz="1800" dirty="0">
                <a:latin typeface="+mj-lt"/>
              </a:rPr>
              <a:t> </a:t>
            </a:r>
            <a:r>
              <a:rPr lang="en-US" sz="1800" dirty="0" err="1">
                <a:latin typeface="+mj-lt"/>
              </a:rPr>
              <a:t>Antwort</a:t>
            </a:r>
            <a:r>
              <a:rPr lang="en-US" sz="1800" dirty="0">
                <a:latin typeface="+mj-lt"/>
              </a:rPr>
              <a:t> auf der </a:t>
            </a:r>
            <a:r>
              <a:rPr lang="en-US" sz="1800" dirty="0" err="1">
                <a:latin typeface="+mj-lt"/>
              </a:rPr>
              <a:t>zugehörigen</a:t>
            </a:r>
            <a:r>
              <a:rPr lang="en-US" sz="1800" dirty="0">
                <a:latin typeface="+mj-lt"/>
              </a:rPr>
              <a:t> Skala </a:t>
            </a:r>
            <a:r>
              <a:rPr lang="en-US" sz="1800" dirty="0" err="1">
                <a:latin typeface="+mj-lt"/>
              </a:rPr>
              <a:t>zu</a:t>
            </a:r>
            <a:r>
              <a:rPr lang="en-US" sz="1800" dirty="0">
                <a:latin typeface="+mj-lt"/>
              </a:rPr>
              <a:t> </a:t>
            </a:r>
            <a:r>
              <a:rPr lang="en-US" sz="1800" dirty="0" err="1">
                <a:latin typeface="+mj-lt"/>
              </a:rPr>
              <a:t>geben</a:t>
            </a:r>
            <a:r>
              <a:rPr lang="en-US" sz="1800" dirty="0">
                <a:latin typeface="+mj-lt"/>
              </a:rPr>
              <a:t>. </a:t>
            </a:r>
            <a:r>
              <a:rPr lang="en-US" sz="1800" dirty="0" err="1">
                <a:latin typeface="+mj-lt"/>
              </a:rPr>
              <a:t>Versuche</a:t>
            </a:r>
            <a:r>
              <a:rPr lang="en-US" sz="1800" dirty="0">
                <a:latin typeface="+mj-lt"/>
              </a:rPr>
              <a:t> so schnell </a:t>
            </a:r>
            <a:r>
              <a:rPr lang="en-US" sz="1800" dirty="0" err="1">
                <a:latin typeface="+mj-lt"/>
              </a:rPr>
              <a:t>wie</a:t>
            </a:r>
            <a:r>
              <a:rPr lang="en-US" sz="1800" dirty="0">
                <a:latin typeface="+mj-lt"/>
              </a:rPr>
              <a:t> </a:t>
            </a:r>
            <a:r>
              <a:rPr lang="en-US" sz="1800" dirty="0" err="1">
                <a:latin typeface="+mj-lt"/>
              </a:rPr>
              <a:t>möglich</a:t>
            </a:r>
            <a:r>
              <a:rPr lang="en-US" sz="1800" dirty="0">
                <a:latin typeface="+mj-lt"/>
              </a:rPr>
              <a:t> </a:t>
            </a:r>
            <a:r>
              <a:rPr lang="en-US" sz="1800" dirty="0" err="1">
                <a:latin typeface="+mj-lt"/>
              </a:rPr>
              <a:t>zu</a:t>
            </a:r>
            <a:r>
              <a:rPr lang="en-US" sz="1800" dirty="0">
                <a:latin typeface="+mj-lt"/>
              </a:rPr>
              <a:t> sein! Du hast 6 </a:t>
            </a:r>
            <a:r>
              <a:rPr lang="en-US" sz="1800" dirty="0" err="1">
                <a:latin typeface="+mj-lt"/>
              </a:rPr>
              <a:t>Sekunden</a:t>
            </a:r>
            <a:r>
              <a:rPr lang="en-US" sz="1800" dirty="0">
                <a:latin typeface="+mj-lt"/>
              </a:rPr>
              <a:t> Zeit, um </a:t>
            </a:r>
            <a:r>
              <a:rPr lang="en-US" sz="1800" dirty="0" err="1">
                <a:latin typeface="+mj-lt"/>
              </a:rPr>
              <a:t>deine</a:t>
            </a:r>
            <a:r>
              <a:rPr lang="en-US" sz="1800" dirty="0">
                <a:latin typeface="+mj-lt"/>
              </a:rPr>
              <a:t> </a:t>
            </a:r>
            <a:r>
              <a:rPr lang="en-US" sz="1800" dirty="0" err="1">
                <a:latin typeface="+mj-lt"/>
              </a:rPr>
              <a:t>Antwort</a:t>
            </a:r>
            <a:r>
              <a:rPr lang="en-US" sz="1800" dirty="0">
                <a:latin typeface="+mj-lt"/>
              </a:rPr>
              <a:t> </a:t>
            </a:r>
            <a:r>
              <a:rPr lang="en-US" sz="1800" dirty="0" err="1">
                <a:latin typeface="+mj-lt"/>
              </a:rPr>
              <a:t>zu</a:t>
            </a:r>
            <a:r>
              <a:rPr lang="en-US" sz="1800" dirty="0">
                <a:latin typeface="+mj-lt"/>
              </a:rPr>
              <a:t> </a:t>
            </a:r>
            <a:r>
              <a:rPr lang="en-US" sz="1800" dirty="0" err="1">
                <a:latin typeface="+mj-lt"/>
              </a:rPr>
              <a:t>geben</a:t>
            </a:r>
            <a:r>
              <a:rPr lang="en-US" sz="1800" dirty="0">
                <a:latin typeface="+mj-lt"/>
              </a:rPr>
              <a:t>. </a:t>
            </a:r>
          </a:p>
          <a:p>
            <a:pPr marL="0" indent="0" algn="just">
              <a:buNone/>
            </a:pPr>
            <a:endParaRPr lang="en-US" sz="1800" dirty="0"/>
          </a:p>
        </p:txBody>
      </p:sp>
    </p:spTree>
    <p:extLst>
      <p:ext uri="{BB962C8B-B14F-4D97-AF65-F5344CB8AC3E}">
        <p14:creationId xmlns:p14="http://schemas.microsoft.com/office/powerpoint/2010/main" val="4139375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58A9F-1E88-7A75-8F7C-637804E07276}"/>
              </a:ext>
            </a:extLst>
          </p:cNvPr>
          <p:cNvSpPr>
            <a:spLocks noGrp="1"/>
          </p:cNvSpPr>
          <p:nvPr>
            <p:ph idx="1"/>
          </p:nvPr>
        </p:nvSpPr>
        <p:spPr>
          <a:xfrm>
            <a:off x="380172" y="344694"/>
            <a:ext cx="7886700" cy="4351338"/>
          </a:xfrm>
        </p:spPr>
        <p:txBody>
          <a:bodyPr>
            <a:normAutofit/>
          </a:bodyPr>
          <a:lstStyle/>
          <a:p>
            <a:pPr marL="0" indent="0">
              <a:buNone/>
            </a:pPr>
            <a:r>
              <a:rPr lang="en-US" sz="1800" dirty="0">
                <a:latin typeface="+mj-lt"/>
              </a:rPr>
              <a:t>Wie </a:t>
            </a:r>
            <a:r>
              <a:rPr lang="en-US" sz="1800" b="1" dirty="0" err="1"/>
              <a:t>schmerzhaft</a:t>
            </a:r>
            <a:r>
              <a:rPr lang="en-US" sz="1800" dirty="0">
                <a:latin typeface="+mj-lt"/>
              </a:rPr>
              <a:t> </a:t>
            </a:r>
            <a:r>
              <a:rPr lang="en-US" sz="1800" dirty="0" err="1">
                <a:latin typeface="+mj-lt"/>
              </a:rPr>
              <a:t>wäre</a:t>
            </a:r>
            <a:r>
              <a:rPr lang="en-US" sz="1800" dirty="0">
                <a:latin typeface="+mj-lt"/>
              </a:rPr>
              <a:t> das für </a:t>
            </a:r>
            <a:r>
              <a:rPr lang="en-US" sz="1800" b="1" dirty="0"/>
              <a:t>dich</a:t>
            </a:r>
            <a:r>
              <a:rPr lang="en-US" sz="1800" dirty="0">
                <a:latin typeface="+mj-lt"/>
              </a:rPr>
              <a:t>?</a:t>
            </a:r>
          </a:p>
          <a:p>
            <a:pPr marL="0" indent="0">
              <a:buNone/>
            </a:pPr>
            <a:endParaRPr lang="en-US" sz="1800" dirty="0">
              <a:latin typeface="+mj-lt"/>
            </a:endParaRPr>
          </a:p>
          <a:p>
            <a:pPr marL="0" indent="0">
              <a:buNone/>
            </a:pPr>
            <a:r>
              <a:rPr lang="en-US" sz="1800" dirty="0">
                <a:latin typeface="+mj-lt"/>
              </a:rPr>
              <a:t>Bitte </a:t>
            </a:r>
            <a:r>
              <a:rPr lang="en-US" sz="1800" dirty="0" err="1">
                <a:latin typeface="+mj-lt"/>
              </a:rPr>
              <a:t>antworte</a:t>
            </a:r>
            <a:r>
              <a:rPr lang="en-US" sz="1800" dirty="0">
                <a:latin typeface="+mj-lt"/>
              </a:rPr>
              <a:t> </a:t>
            </a:r>
            <a:r>
              <a:rPr lang="en-US" sz="1800" dirty="0" err="1">
                <a:latin typeface="+mj-lt"/>
              </a:rPr>
              <a:t>anhand</a:t>
            </a:r>
            <a:r>
              <a:rPr lang="en-US" sz="1800" dirty="0">
                <a:latin typeface="+mj-lt"/>
              </a:rPr>
              <a:t> der </a:t>
            </a:r>
            <a:r>
              <a:rPr lang="en-US" sz="1800" dirty="0" err="1">
                <a:latin typeface="+mj-lt"/>
              </a:rPr>
              <a:t>nachstehenden</a:t>
            </a:r>
            <a:r>
              <a:rPr lang="en-US" sz="1800" dirty="0">
                <a:latin typeface="+mj-lt"/>
              </a:rPr>
              <a:t> </a:t>
            </a:r>
            <a:r>
              <a:rPr lang="en-US" sz="1800" dirty="0" err="1">
                <a:latin typeface="+mj-lt"/>
              </a:rPr>
              <a:t>Bewertungsskala</a:t>
            </a:r>
            <a:r>
              <a:rPr lang="en-US" sz="1800" dirty="0">
                <a:latin typeface="+mj-lt"/>
              </a:rPr>
              <a:t>. </a:t>
            </a:r>
            <a:r>
              <a:rPr lang="en-US" sz="1800" i="1" dirty="0">
                <a:latin typeface="+mj-lt"/>
              </a:rPr>
              <a:t>Du hast 6 </a:t>
            </a:r>
            <a:r>
              <a:rPr lang="en-US" sz="1800" i="1" dirty="0" err="1">
                <a:latin typeface="+mj-lt"/>
              </a:rPr>
              <a:t>Sekunden</a:t>
            </a:r>
            <a:r>
              <a:rPr lang="en-US" sz="1800" i="1" dirty="0">
                <a:latin typeface="+mj-lt"/>
              </a:rPr>
              <a:t> Zeit für </a:t>
            </a:r>
            <a:r>
              <a:rPr lang="en-US" sz="1800" i="1" dirty="0" err="1">
                <a:latin typeface="+mj-lt"/>
              </a:rPr>
              <a:t>deine</a:t>
            </a:r>
            <a:r>
              <a:rPr lang="en-US" sz="1800" i="1" dirty="0">
                <a:latin typeface="+mj-lt"/>
              </a:rPr>
              <a:t> </a:t>
            </a:r>
            <a:r>
              <a:rPr lang="en-US" sz="1800" i="1" dirty="0" err="1">
                <a:latin typeface="+mj-lt"/>
              </a:rPr>
              <a:t>Antwort</a:t>
            </a:r>
            <a:r>
              <a:rPr lang="en-US" sz="1800" i="1" dirty="0">
                <a:latin typeface="+mj-lt"/>
              </a:rPr>
              <a:t>.</a:t>
            </a:r>
          </a:p>
        </p:txBody>
      </p:sp>
    </p:spTree>
    <p:extLst>
      <p:ext uri="{BB962C8B-B14F-4D97-AF65-F5344CB8AC3E}">
        <p14:creationId xmlns:p14="http://schemas.microsoft.com/office/powerpoint/2010/main" val="286486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EE3435-764F-6F54-49FC-9C3D672D48C6}"/>
              </a:ext>
            </a:extLst>
          </p:cNvPr>
          <p:cNvSpPr>
            <a:spLocks noGrp="1"/>
          </p:cNvSpPr>
          <p:nvPr>
            <p:ph idx="1"/>
          </p:nvPr>
        </p:nvSpPr>
        <p:spPr>
          <a:xfrm>
            <a:off x="300659" y="314878"/>
            <a:ext cx="6398315" cy="4351338"/>
          </a:xfrm>
        </p:spPr>
        <p:txBody>
          <a:bodyPr>
            <a:normAutofit fontScale="92500" lnSpcReduction="20000"/>
          </a:bodyPr>
          <a:lstStyle/>
          <a:p>
            <a:pPr marL="0" indent="0">
              <a:buNone/>
            </a:pPr>
            <a:r>
              <a:rPr lang="en-US" sz="1950" dirty="0" err="1">
                <a:latin typeface="+mj-lt"/>
              </a:rPr>
              <a:t>Danke</a:t>
            </a:r>
            <a:r>
              <a:rPr lang="en-US" sz="1950" dirty="0">
                <a:latin typeface="+mj-lt"/>
              </a:rPr>
              <a:t>! Als </a:t>
            </a:r>
            <a:r>
              <a:rPr lang="en-US" sz="1950" dirty="0" err="1">
                <a:latin typeface="+mj-lt"/>
              </a:rPr>
              <a:t>Nächstes</a:t>
            </a:r>
            <a:r>
              <a:rPr lang="en-US" sz="1950" dirty="0">
                <a:latin typeface="+mj-lt"/>
              </a:rPr>
              <a:t> </a:t>
            </a:r>
            <a:r>
              <a:rPr lang="en-US" sz="1950" dirty="0" err="1">
                <a:latin typeface="+mj-lt"/>
              </a:rPr>
              <a:t>möchte</a:t>
            </a:r>
            <a:r>
              <a:rPr lang="en-US" sz="1950" dirty="0">
                <a:latin typeface="+mj-lt"/>
              </a:rPr>
              <a:t> ich, </a:t>
            </a:r>
            <a:r>
              <a:rPr lang="en-US" sz="1950" dirty="0" err="1">
                <a:latin typeface="+mj-lt"/>
              </a:rPr>
              <a:t>dass</a:t>
            </a:r>
            <a:r>
              <a:rPr lang="en-US" sz="1950" dirty="0">
                <a:latin typeface="+mj-lt"/>
              </a:rPr>
              <a:t> du mir </a:t>
            </a:r>
            <a:r>
              <a:rPr lang="en-US" sz="1950" dirty="0" err="1">
                <a:latin typeface="+mj-lt"/>
              </a:rPr>
              <a:t>hilfst</a:t>
            </a:r>
            <a:r>
              <a:rPr lang="en-US" sz="1950" dirty="0">
                <a:latin typeface="+mj-lt"/>
              </a:rPr>
              <a:t> </a:t>
            </a:r>
            <a:r>
              <a:rPr lang="en-US" sz="1950" dirty="0" err="1">
                <a:latin typeface="+mj-lt"/>
              </a:rPr>
              <a:t>zu</a:t>
            </a:r>
            <a:r>
              <a:rPr lang="en-US" sz="1950" dirty="0">
                <a:latin typeface="+mj-lt"/>
              </a:rPr>
              <a:t> </a:t>
            </a:r>
            <a:r>
              <a:rPr lang="en-US" sz="1950" dirty="0" err="1">
                <a:latin typeface="+mj-lt"/>
              </a:rPr>
              <a:t>lernen</a:t>
            </a:r>
            <a:r>
              <a:rPr lang="en-US" sz="1950" dirty="0">
                <a:latin typeface="+mj-lt"/>
              </a:rPr>
              <a:t>, </a:t>
            </a:r>
            <a:r>
              <a:rPr lang="en-US" sz="1950" dirty="0" err="1">
                <a:latin typeface="+mj-lt"/>
              </a:rPr>
              <a:t>wann</a:t>
            </a:r>
            <a:r>
              <a:rPr lang="en-US" sz="1950" dirty="0">
                <a:latin typeface="+mj-lt"/>
              </a:rPr>
              <a:t> </a:t>
            </a:r>
            <a:r>
              <a:rPr lang="en-US" sz="1950" dirty="0" err="1">
                <a:latin typeface="+mj-lt"/>
              </a:rPr>
              <a:t>diese</a:t>
            </a:r>
            <a:r>
              <a:rPr lang="en-US" sz="1950" dirty="0">
                <a:latin typeface="+mj-lt"/>
              </a:rPr>
              <a:t> Posen für </a:t>
            </a:r>
            <a:r>
              <a:rPr lang="en-US" sz="1950" b="1" dirty="0" err="1"/>
              <a:t>mich</a:t>
            </a:r>
            <a:r>
              <a:rPr lang="en-US" sz="1950" b="1" dirty="0"/>
              <a:t> </a:t>
            </a:r>
            <a:r>
              <a:rPr lang="en-US" sz="1950" b="1" dirty="0" err="1"/>
              <a:t>schmerzhaft</a:t>
            </a:r>
            <a:r>
              <a:rPr lang="en-US" sz="1950" dirty="0"/>
              <a:t> </a:t>
            </a:r>
            <a:r>
              <a:rPr lang="en-US" sz="1950" dirty="0">
                <a:latin typeface="+mj-lt"/>
              </a:rPr>
              <a:t>sein </a:t>
            </a:r>
            <a:r>
              <a:rPr lang="en-US" sz="1950" dirty="0" err="1">
                <a:latin typeface="+mj-lt"/>
              </a:rPr>
              <a:t>könnten</a:t>
            </a:r>
            <a:r>
              <a:rPr lang="en-US" sz="1950" dirty="0">
                <a:latin typeface="+mj-lt"/>
              </a:rPr>
              <a:t>.</a:t>
            </a:r>
          </a:p>
          <a:p>
            <a:pPr marL="0" indent="0">
              <a:buNone/>
            </a:pPr>
            <a:endParaRPr lang="en-US" sz="1950" dirty="0">
              <a:latin typeface="+mj-lt"/>
            </a:endParaRPr>
          </a:p>
          <a:p>
            <a:pPr marL="0" indent="0">
              <a:buNone/>
            </a:pPr>
            <a:r>
              <a:rPr lang="en-US" sz="1950" dirty="0">
                <a:latin typeface="+mj-lt"/>
              </a:rPr>
              <a:t>Ich </a:t>
            </a:r>
            <a:r>
              <a:rPr lang="en-US" sz="1950" dirty="0" err="1">
                <a:latin typeface="+mj-lt"/>
              </a:rPr>
              <a:t>zeige</a:t>
            </a:r>
            <a:r>
              <a:rPr lang="en-US" sz="1950" dirty="0">
                <a:latin typeface="+mj-lt"/>
              </a:rPr>
              <a:t> </a:t>
            </a:r>
            <a:r>
              <a:rPr lang="en-US" sz="1950" dirty="0" err="1">
                <a:latin typeface="+mj-lt"/>
              </a:rPr>
              <a:t>dir</a:t>
            </a:r>
            <a:r>
              <a:rPr lang="en-US" sz="1950" dirty="0">
                <a:latin typeface="+mj-lt"/>
              </a:rPr>
              <a:t> </a:t>
            </a:r>
            <a:r>
              <a:rPr lang="en-US" sz="1950" dirty="0" err="1">
                <a:latin typeface="+mj-lt"/>
              </a:rPr>
              <a:t>eine</a:t>
            </a:r>
            <a:r>
              <a:rPr lang="en-US" sz="1950" dirty="0">
                <a:latin typeface="+mj-lt"/>
              </a:rPr>
              <a:t> Pose, und </a:t>
            </a:r>
            <a:r>
              <a:rPr lang="en-US" sz="1950" dirty="0" err="1">
                <a:latin typeface="+mj-lt"/>
              </a:rPr>
              <a:t>wenn</a:t>
            </a:r>
            <a:r>
              <a:rPr lang="en-US" sz="1950" dirty="0">
                <a:latin typeface="+mj-lt"/>
              </a:rPr>
              <a:t> </a:t>
            </a:r>
            <a:r>
              <a:rPr lang="en-US" sz="1950" dirty="0" err="1">
                <a:latin typeface="+mj-lt"/>
              </a:rPr>
              <a:t>sie</a:t>
            </a:r>
            <a:r>
              <a:rPr lang="en-US" sz="1950" dirty="0">
                <a:latin typeface="+mj-lt"/>
              </a:rPr>
              <a:t> </a:t>
            </a:r>
            <a:r>
              <a:rPr lang="en-US" sz="1950" dirty="0" err="1">
                <a:latin typeface="+mj-lt"/>
              </a:rPr>
              <a:t>weh</a:t>
            </a:r>
            <a:r>
              <a:rPr lang="en-US" sz="1950" dirty="0">
                <a:latin typeface="+mj-lt"/>
              </a:rPr>
              <a:t> tut, </a:t>
            </a:r>
            <a:r>
              <a:rPr lang="en-US" sz="1950" dirty="0" err="1">
                <a:latin typeface="+mj-lt"/>
              </a:rPr>
              <a:t>werde</a:t>
            </a:r>
            <a:r>
              <a:rPr lang="en-US" sz="1950" dirty="0">
                <a:latin typeface="+mj-lt"/>
              </a:rPr>
              <a:t> ich am Ende </a:t>
            </a:r>
            <a:r>
              <a:rPr lang="en-US" sz="1950" dirty="0" err="1">
                <a:latin typeface="+mj-lt"/>
              </a:rPr>
              <a:t>schreien</a:t>
            </a:r>
            <a:r>
              <a:rPr lang="en-US" sz="1950" dirty="0">
                <a:latin typeface="+mj-lt"/>
              </a:rPr>
              <a:t> (das </a:t>
            </a:r>
            <a:r>
              <a:rPr lang="en-US" sz="1950" dirty="0" err="1">
                <a:latin typeface="+mj-lt"/>
              </a:rPr>
              <a:t>gleiche</a:t>
            </a:r>
            <a:r>
              <a:rPr lang="en-US" sz="1950" dirty="0">
                <a:latin typeface="+mj-lt"/>
              </a:rPr>
              <a:t> </a:t>
            </a:r>
            <a:r>
              <a:rPr lang="en-US" sz="1950" dirty="0" err="1">
                <a:latin typeface="+mj-lt"/>
              </a:rPr>
              <a:t>Geräusch</a:t>
            </a:r>
            <a:r>
              <a:rPr lang="en-US" sz="1950" dirty="0">
                <a:latin typeface="+mj-lt"/>
              </a:rPr>
              <a:t>, das du </a:t>
            </a:r>
            <a:r>
              <a:rPr lang="en-US" sz="1950" dirty="0" err="1">
                <a:latin typeface="+mj-lt"/>
              </a:rPr>
              <a:t>gehört</a:t>
            </a:r>
            <a:r>
              <a:rPr lang="en-US" sz="1950" dirty="0">
                <a:latin typeface="+mj-lt"/>
              </a:rPr>
              <a:t> hast, </a:t>
            </a:r>
            <a:r>
              <a:rPr lang="en-US" sz="1950" dirty="0" err="1">
                <a:latin typeface="+mj-lt"/>
              </a:rPr>
              <a:t>als</a:t>
            </a:r>
            <a:r>
              <a:rPr lang="en-US" sz="1950" dirty="0">
                <a:latin typeface="+mj-lt"/>
              </a:rPr>
              <a:t> du den </a:t>
            </a:r>
            <a:r>
              <a:rPr lang="en-US" sz="1950" dirty="0" err="1">
                <a:latin typeface="+mj-lt"/>
              </a:rPr>
              <a:t>roten</a:t>
            </a:r>
            <a:r>
              <a:rPr lang="en-US" sz="1950" dirty="0">
                <a:latin typeface="+mj-lt"/>
              </a:rPr>
              <a:t> Knopf </a:t>
            </a:r>
            <a:r>
              <a:rPr lang="en-US" sz="1950" dirty="0" err="1">
                <a:latin typeface="+mj-lt"/>
              </a:rPr>
              <a:t>gedrückt</a:t>
            </a:r>
            <a:r>
              <a:rPr lang="en-US" sz="1950" dirty="0">
                <a:latin typeface="+mj-lt"/>
              </a:rPr>
              <a:t> hast). </a:t>
            </a:r>
            <a:r>
              <a:rPr lang="en-US" sz="1950" dirty="0" err="1">
                <a:latin typeface="+mj-lt"/>
              </a:rPr>
              <a:t>Versuchen</a:t>
            </a:r>
            <a:r>
              <a:rPr lang="en-US" sz="1950" dirty="0">
                <a:latin typeface="+mj-lt"/>
              </a:rPr>
              <a:t> Sie </a:t>
            </a:r>
            <a:r>
              <a:rPr lang="en-US" sz="1950" dirty="0" err="1">
                <a:latin typeface="+mj-lt"/>
              </a:rPr>
              <a:t>aufzupassen</a:t>
            </a:r>
            <a:r>
              <a:rPr lang="en-US" sz="1950" dirty="0">
                <a:latin typeface="+mj-lt"/>
              </a:rPr>
              <a:t> und </a:t>
            </a:r>
            <a:r>
              <a:rPr lang="en-US" sz="1950" dirty="0" err="1">
                <a:latin typeface="+mj-lt"/>
              </a:rPr>
              <a:t>lernen</a:t>
            </a:r>
            <a:r>
              <a:rPr lang="en-US" sz="1950" dirty="0">
                <a:latin typeface="+mj-lt"/>
              </a:rPr>
              <a:t> Sie, </a:t>
            </a:r>
            <a:r>
              <a:rPr lang="en-US" sz="1950" dirty="0" err="1">
                <a:latin typeface="+mj-lt"/>
              </a:rPr>
              <a:t>welche</a:t>
            </a:r>
            <a:r>
              <a:rPr lang="en-US" sz="1950" dirty="0">
                <a:latin typeface="+mj-lt"/>
              </a:rPr>
              <a:t> Posen mir am Ende </a:t>
            </a:r>
            <a:r>
              <a:rPr lang="en-US" sz="1950" dirty="0" err="1">
                <a:latin typeface="+mj-lt"/>
              </a:rPr>
              <a:t>wehtun</a:t>
            </a:r>
            <a:r>
              <a:rPr lang="en-US" sz="1950" dirty="0">
                <a:latin typeface="+mj-lt"/>
              </a:rPr>
              <a:t>.</a:t>
            </a:r>
          </a:p>
          <a:p>
            <a:pPr marL="0" indent="0">
              <a:buNone/>
            </a:pPr>
            <a:endParaRPr lang="en-US" sz="1950" dirty="0">
              <a:latin typeface="+mj-lt"/>
            </a:endParaRPr>
          </a:p>
          <a:p>
            <a:pPr marL="0" indent="0">
              <a:buNone/>
            </a:pPr>
            <a:r>
              <a:rPr lang="en-US" sz="1950" dirty="0" err="1">
                <a:latin typeface="+mj-lt"/>
              </a:rPr>
              <a:t>Genau</a:t>
            </a:r>
            <a:r>
              <a:rPr lang="en-US" sz="1950" dirty="0">
                <a:latin typeface="+mj-lt"/>
              </a:rPr>
              <a:t> </a:t>
            </a:r>
            <a:r>
              <a:rPr lang="en-US" sz="1950" dirty="0" err="1">
                <a:latin typeface="+mj-lt"/>
              </a:rPr>
              <a:t>wie</a:t>
            </a:r>
            <a:r>
              <a:rPr lang="en-US" sz="1950" dirty="0">
                <a:latin typeface="+mj-lt"/>
              </a:rPr>
              <a:t> </a:t>
            </a:r>
            <a:r>
              <a:rPr lang="en-US" sz="1950" dirty="0" err="1">
                <a:latin typeface="+mj-lt"/>
              </a:rPr>
              <a:t>zuvor</a:t>
            </a:r>
            <a:r>
              <a:rPr lang="en-US" sz="1950" dirty="0">
                <a:latin typeface="+mj-lt"/>
              </a:rPr>
              <a:t> </a:t>
            </a:r>
            <a:r>
              <a:rPr lang="en-US" sz="1950" dirty="0" err="1">
                <a:latin typeface="+mj-lt"/>
              </a:rPr>
              <a:t>werden</a:t>
            </a:r>
            <a:r>
              <a:rPr lang="en-US" sz="1950" dirty="0">
                <a:latin typeface="+mj-lt"/>
              </a:rPr>
              <a:t> </a:t>
            </a:r>
            <a:r>
              <a:rPr lang="en-US" sz="1950" dirty="0" err="1">
                <a:latin typeface="+mj-lt"/>
              </a:rPr>
              <a:t>unter</a:t>
            </a:r>
            <a:r>
              <a:rPr lang="en-US" sz="1950" dirty="0">
                <a:latin typeface="+mj-lt"/>
              </a:rPr>
              <a:t> dem Bild </a:t>
            </a:r>
            <a:r>
              <a:rPr lang="en-US" sz="1950" dirty="0" err="1">
                <a:latin typeface="+mj-lt"/>
              </a:rPr>
              <a:t>Fragen</a:t>
            </a:r>
            <a:r>
              <a:rPr lang="en-US" sz="1950" dirty="0">
                <a:latin typeface="+mj-lt"/>
              </a:rPr>
              <a:t> </a:t>
            </a:r>
            <a:r>
              <a:rPr lang="en-US" sz="1950" dirty="0" err="1">
                <a:latin typeface="+mj-lt"/>
              </a:rPr>
              <a:t>erscheinen</a:t>
            </a:r>
            <a:r>
              <a:rPr lang="en-US" sz="1950" dirty="0">
                <a:latin typeface="+mj-lt"/>
              </a:rPr>
              <a:t>. </a:t>
            </a:r>
            <a:r>
              <a:rPr lang="en-US" sz="1950" dirty="0" err="1">
                <a:latin typeface="+mj-lt"/>
              </a:rPr>
              <a:t>Einige</a:t>
            </a:r>
            <a:r>
              <a:rPr lang="en-US" sz="1950" dirty="0">
                <a:latin typeface="+mj-lt"/>
              </a:rPr>
              <a:t> </a:t>
            </a:r>
            <a:r>
              <a:rPr lang="en-US" sz="1950" dirty="0" err="1">
                <a:latin typeface="+mj-lt"/>
              </a:rPr>
              <a:t>Fragen</a:t>
            </a:r>
            <a:r>
              <a:rPr lang="en-US" sz="1950" dirty="0">
                <a:latin typeface="+mj-lt"/>
              </a:rPr>
              <a:t> </a:t>
            </a:r>
            <a:r>
              <a:rPr lang="en-US" sz="1950" dirty="0" err="1">
                <a:latin typeface="+mj-lt"/>
              </a:rPr>
              <a:t>beziehen</a:t>
            </a:r>
            <a:r>
              <a:rPr lang="en-US" sz="1950" dirty="0">
                <a:latin typeface="+mj-lt"/>
              </a:rPr>
              <a:t> </a:t>
            </a:r>
            <a:r>
              <a:rPr lang="en-US" sz="1950" dirty="0" err="1">
                <a:latin typeface="+mj-lt"/>
              </a:rPr>
              <a:t>sich</a:t>
            </a:r>
            <a:r>
              <a:rPr lang="en-US" sz="1950" dirty="0">
                <a:latin typeface="+mj-lt"/>
              </a:rPr>
              <a:t> </a:t>
            </a:r>
            <a:r>
              <a:rPr lang="en-US" sz="1950" dirty="0" err="1">
                <a:latin typeface="+mj-lt"/>
              </a:rPr>
              <a:t>darauf</a:t>
            </a:r>
            <a:r>
              <a:rPr lang="en-US" sz="1950" dirty="0">
                <a:latin typeface="+mj-lt"/>
              </a:rPr>
              <a:t>, </a:t>
            </a:r>
            <a:r>
              <a:rPr lang="en-US" sz="1950" dirty="0" err="1">
                <a:latin typeface="+mj-lt"/>
              </a:rPr>
              <a:t>wie</a:t>
            </a:r>
            <a:r>
              <a:rPr lang="en-US" sz="1950" dirty="0">
                <a:latin typeface="+mj-lt"/>
              </a:rPr>
              <a:t> du </a:t>
            </a:r>
            <a:r>
              <a:rPr lang="en-US" sz="1950" dirty="0" err="1">
                <a:latin typeface="+mj-lt"/>
              </a:rPr>
              <a:t>denkst</a:t>
            </a:r>
            <a:r>
              <a:rPr lang="en-US" sz="1950" dirty="0">
                <a:latin typeface="+mj-lt"/>
              </a:rPr>
              <a:t>, </a:t>
            </a:r>
            <a:r>
              <a:rPr lang="en-US" sz="1950" b="1" dirty="0" err="1"/>
              <a:t>dass</a:t>
            </a:r>
            <a:r>
              <a:rPr lang="en-US" sz="1950" b="1" dirty="0"/>
              <a:t> ich (Alex) </a:t>
            </a:r>
            <a:r>
              <a:rPr lang="en-US" sz="1950" b="1" dirty="0" err="1"/>
              <a:t>mich</a:t>
            </a:r>
            <a:r>
              <a:rPr lang="en-US" sz="1950" b="1" dirty="0"/>
              <a:t> </a:t>
            </a:r>
            <a:r>
              <a:rPr lang="en-US" sz="1950" b="1" dirty="0" err="1"/>
              <a:t>fühle</a:t>
            </a:r>
            <a:r>
              <a:rPr lang="en-US" sz="1950" dirty="0">
                <a:latin typeface="+mj-lt"/>
              </a:rPr>
              <a:t>, und </a:t>
            </a:r>
            <a:r>
              <a:rPr lang="en-US" sz="1950" dirty="0" err="1">
                <a:latin typeface="+mj-lt"/>
              </a:rPr>
              <a:t>einige</a:t>
            </a:r>
            <a:r>
              <a:rPr lang="en-US" sz="1950" dirty="0">
                <a:latin typeface="+mj-lt"/>
              </a:rPr>
              <a:t> </a:t>
            </a:r>
            <a:r>
              <a:rPr lang="en-US" sz="1950" dirty="0" err="1">
                <a:latin typeface="+mj-lt"/>
              </a:rPr>
              <a:t>Fragen</a:t>
            </a:r>
            <a:r>
              <a:rPr lang="en-US" sz="1950" dirty="0">
                <a:latin typeface="+mj-lt"/>
              </a:rPr>
              <a:t> </a:t>
            </a:r>
            <a:r>
              <a:rPr lang="en-US" sz="1950" dirty="0" err="1">
                <a:latin typeface="+mj-lt"/>
              </a:rPr>
              <a:t>beziehen</a:t>
            </a:r>
            <a:r>
              <a:rPr lang="en-US" sz="1950" dirty="0">
                <a:latin typeface="+mj-lt"/>
              </a:rPr>
              <a:t> </a:t>
            </a:r>
            <a:r>
              <a:rPr lang="en-US" sz="1950" dirty="0" err="1">
                <a:latin typeface="+mj-lt"/>
              </a:rPr>
              <a:t>sich</a:t>
            </a:r>
            <a:r>
              <a:rPr lang="en-US" sz="1950" dirty="0">
                <a:latin typeface="+mj-lt"/>
              </a:rPr>
              <a:t> </a:t>
            </a:r>
            <a:r>
              <a:rPr lang="en-US" sz="1950" dirty="0" err="1">
                <a:latin typeface="+mj-lt"/>
              </a:rPr>
              <a:t>darauf</a:t>
            </a:r>
            <a:r>
              <a:rPr lang="en-US" sz="1950" dirty="0">
                <a:latin typeface="+mj-lt"/>
              </a:rPr>
              <a:t>, </a:t>
            </a:r>
            <a:r>
              <a:rPr lang="en-US" sz="1950" b="1" dirty="0" err="1"/>
              <a:t>wie</a:t>
            </a:r>
            <a:r>
              <a:rPr lang="en-US" sz="1950" b="1" dirty="0"/>
              <a:t> du dich </a:t>
            </a:r>
            <a:r>
              <a:rPr lang="en-US" sz="1950" b="1" dirty="0" err="1"/>
              <a:t>fühlst</a:t>
            </a:r>
            <a:r>
              <a:rPr lang="en-US" sz="1950" b="1" dirty="0">
                <a:latin typeface="+mj-lt"/>
              </a:rPr>
              <a:t>.</a:t>
            </a:r>
            <a:r>
              <a:rPr lang="en-US" sz="1950" dirty="0">
                <a:latin typeface="+mj-lt"/>
              </a:rPr>
              <a:t> </a:t>
            </a:r>
            <a:r>
              <a:rPr lang="en-US" sz="1950" dirty="0" err="1">
                <a:latin typeface="+mj-lt"/>
              </a:rPr>
              <a:t>Versuchen</a:t>
            </a:r>
            <a:r>
              <a:rPr lang="en-US" sz="1950" dirty="0">
                <a:latin typeface="+mj-lt"/>
              </a:rPr>
              <a:t> Sie, </a:t>
            </a:r>
            <a:r>
              <a:rPr lang="en-US" sz="1950" dirty="0" err="1">
                <a:latin typeface="+mj-lt"/>
              </a:rPr>
              <a:t>sich</a:t>
            </a:r>
            <a:r>
              <a:rPr lang="en-US" sz="1950" dirty="0">
                <a:latin typeface="+mj-lt"/>
              </a:rPr>
              <a:t> </a:t>
            </a:r>
            <a:r>
              <a:rPr lang="en-US" sz="1950" dirty="0" err="1">
                <a:latin typeface="+mj-lt"/>
              </a:rPr>
              <a:t>zu</a:t>
            </a:r>
            <a:r>
              <a:rPr lang="en-US" sz="1950" dirty="0">
                <a:latin typeface="+mj-lt"/>
              </a:rPr>
              <a:t> </a:t>
            </a:r>
            <a:r>
              <a:rPr lang="en-US" sz="1950" dirty="0" err="1">
                <a:latin typeface="+mj-lt"/>
              </a:rPr>
              <a:t>beeilen</a:t>
            </a:r>
            <a:r>
              <a:rPr lang="en-US" sz="1950" dirty="0">
                <a:latin typeface="+mj-lt"/>
              </a:rPr>
              <a:t>! Du hast 6 </a:t>
            </a:r>
            <a:r>
              <a:rPr lang="en-US" sz="1950" dirty="0" err="1">
                <a:latin typeface="+mj-lt"/>
              </a:rPr>
              <a:t>Sekunden</a:t>
            </a:r>
            <a:r>
              <a:rPr lang="en-US" sz="1950" dirty="0">
                <a:latin typeface="+mj-lt"/>
              </a:rPr>
              <a:t> Zeit, um </a:t>
            </a:r>
            <a:r>
              <a:rPr lang="en-US" sz="1950" dirty="0" err="1">
                <a:latin typeface="+mj-lt"/>
              </a:rPr>
              <a:t>deine</a:t>
            </a:r>
            <a:r>
              <a:rPr lang="en-US" sz="1950" dirty="0">
                <a:latin typeface="+mj-lt"/>
              </a:rPr>
              <a:t> </a:t>
            </a:r>
            <a:r>
              <a:rPr lang="en-US" sz="1950" dirty="0" err="1">
                <a:latin typeface="+mj-lt"/>
              </a:rPr>
              <a:t>Antwort</a:t>
            </a:r>
            <a:r>
              <a:rPr lang="en-US" sz="1950" dirty="0">
                <a:latin typeface="+mj-lt"/>
              </a:rPr>
              <a:t> </a:t>
            </a:r>
            <a:r>
              <a:rPr lang="en-US" sz="1950" dirty="0" err="1">
                <a:latin typeface="+mj-lt"/>
              </a:rPr>
              <a:t>zu</a:t>
            </a:r>
            <a:r>
              <a:rPr lang="en-US" sz="1950" dirty="0">
                <a:latin typeface="+mj-lt"/>
              </a:rPr>
              <a:t> </a:t>
            </a:r>
            <a:r>
              <a:rPr lang="en-US" sz="1950" dirty="0" err="1">
                <a:latin typeface="+mj-lt"/>
              </a:rPr>
              <a:t>geben</a:t>
            </a:r>
            <a:r>
              <a:rPr lang="en-US" sz="1950" dirty="0">
                <a:latin typeface="+mj-lt"/>
              </a:rPr>
              <a:t>.</a:t>
            </a:r>
          </a:p>
          <a:p>
            <a:pPr marL="0" indent="0">
              <a:buNone/>
            </a:pPr>
            <a:endParaRPr lang="en-US" sz="1950" dirty="0">
              <a:latin typeface="+mj-lt"/>
            </a:endParaRPr>
          </a:p>
          <a:p>
            <a:pPr marL="0" indent="0">
              <a:buNone/>
            </a:pPr>
            <a:r>
              <a:rPr lang="en-US" sz="1950" dirty="0" err="1">
                <a:latin typeface="+mj-lt"/>
              </a:rPr>
              <a:t>Denk</a:t>
            </a:r>
            <a:r>
              <a:rPr lang="en-US" sz="1950" dirty="0">
                <a:latin typeface="+mj-lt"/>
              </a:rPr>
              <a:t> </a:t>
            </a:r>
            <a:r>
              <a:rPr lang="en-US" sz="1950" dirty="0" err="1">
                <a:latin typeface="+mj-lt"/>
              </a:rPr>
              <a:t>daran</a:t>
            </a:r>
            <a:r>
              <a:rPr lang="en-US" sz="1950" dirty="0">
                <a:latin typeface="+mj-lt"/>
              </a:rPr>
              <a:t>, auf </a:t>
            </a:r>
            <a:r>
              <a:rPr lang="en-US" sz="1950" dirty="0" err="1">
                <a:latin typeface="+mj-lt"/>
              </a:rPr>
              <a:t>alles</a:t>
            </a:r>
            <a:r>
              <a:rPr lang="en-US" sz="1950" dirty="0">
                <a:latin typeface="+mj-lt"/>
              </a:rPr>
              <a:t> </a:t>
            </a:r>
            <a:r>
              <a:rPr lang="en-US" sz="1950" dirty="0" err="1">
                <a:latin typeface="+mj-lt"/>
              </a:rPr>
              <a:t>zu</a:t>
            </a:r>
            <a:r>
              <a:rPr lang="en-US" sz="1950" dirty="0">
                <a:latin typeface="+mj-lt"/>
              </a:rPr>
              <a:t> </a:t>
            </a:r>
            <a:r>
              <a:rPr lang="en-US" sz="1950" dirty="0" err="1">
                <a:latin typeface="+mj-lt"/>
              </a:rPr>
              <a:t>achten</a:t>
            </a:r>
            <a:r>
              <a:rPr lang="en-US" sz="1950" dirty="0">
                <a:latin typeface="+mj-lt"/>
              </a:rPr>
              <a:t>, was du </a:t>
            </a:r>
            <a:r>
              <a:rPr lang="en-US" sz="1950" dirty="0" err="1">
                <a:latin typeface="+mj-lt"/>
              </a:rPr>
              <a:t>siehst</a:t>
            </a:r>
            <a:r>
              <a:rPr lang="en-US" sz="1950" dirty="0">
                <a:latin typeface="+mj-lt"/>
              </a:rPr>
              <a:t> und </a:t>
            </a:r>
            <a:r>
              <a:rPr lang="en-US" sz="1950" dirty="0" err="1">
                <a:latin typeface="+mj-lt"/>
              </a:rPr>
              <a:t>hörst</a:t>
            </a:r>
            <a:r>
              <a:rPr lang="en-US" sz="1950" dirty="0">
                <a:latin typeface="+mj-lt"/>
              </a:rPr>
              <a:t>! </a:t>
            </a:r>
            <a:r>
              <a:rPr lang="en-US" sz="1950" dirty="0" err="1">
                <a:latin typeface="+mj-lt"/>
              </a:rPr>
              <a:t>Wenn</a:t>
            </a:r>
            <a:r>
              <a:rPr lang="en-US" sz="1950" dirty="0">
                <a:latin typeface="+mj-lt"/>
              </a:rPr>
              <a:t> du den </a:t>
            </a:r>
            <a:r>
              <a:rPr lang="en-US" sz="1950" dirty="0" err="1">
                <a:latin typeface="+mj-lt"/>
              </a:rPr>
              <a:t>leisen</a:t>
            </a:r>
            <a:r>
              <a:rPr lang="en-US" sz="1950" dirty="0">
                <a:latin typeface="+mj-lt"/>
              </a:rPr>
              <a:t> </a:t>
            </a:r>
            <a:r>
              <a:rPr lang="en-US" sz="1950" dirty="0" err="1">
                <a:latin typeface="+mj-lt"/>
              </a:rPr>
              <a:t>Piepton</a:t>
            </a:r>
            <a:r>
              <a:rPr lang="en-US" sz="1950" dirty="0">
                <a:latin typeface="+mj-lt"/>
              </a:rPr>
              <a:t> </a:t>
            </a:r>
            <a:r>
              <a:rPr lang="en-US" sz="1950" dirty="0" err="1">
                <a:latin typeface="+mj-lt"/>
              </a:rPr>
              <a:t>hörst</a:t>
            </a:r>
            <a:r>
              <a:rPr lang="en-US" sz="1950" dirty="0">
                <a:latin typeface="+mj-lt"/>
              </a:rPr>
              <a:t> (</a:t>
            </a:r>
            <a:r>
              <a:rPr lang="en-US" sz="1950" dirty="0" err="1">
                <a:latin typeface="+mj-lt"/>
              </a:rPr>
              <a:t>wie</a:t>
            </a:r>
            <a:r>
              <a:rPr lang="en-US" sz="1950" dirty="0">
                <a:latin typeface="+mj-lt"/>
              </a:rPr>
              <a:t> </a:t>
            </a:r>
            <a:r>
              <a:rPr lang="en-US" sz="1950" dirty="0" err="1">
                <a:latin typeface="+mj-lt"/>
              </a:rPr>
              <a:t>wenn</a:t>
            </a:r>
            <a:r>
              <a:rPr lang="en-US" sz="1950" dirty="0">
                <a:latin typeface="+mj-lt"/>
              </a:rPr>
              <a:t> du den </a:t>
            </a:r>
            <a:r>
              <a:rPr lang="en-US" sz="1950" dirty="0" err="1">
                <a:latin typeface="+mj-lt"/>
              </a:rPr>
              <a:t>blauen</a:t>
            </a:r>
            <a:r>
              <a:rPr lang="en-US" sz="1950" dirty="0">
                <a:latin typeface="+mj-lt"/>
              </a:rPr>
              <a:t> Knopf </a:t>
            </a:r>
            <a:r>
              <a:rPr lang="en-US" sz="1950" dirty="0" err="1">
                <a:latin typeface="+mj-lt"/>
              </a:rPr>
              <a:t>gedrückt</a:t>
            </a:r>
            <a:r>
              <a:rPr lang="en-US" sz="1950" dirty="0">
                <a:latin typeface="+mj-lt"/>
              </a:rPr>
              <a:t> hast), </a:t>
            </a:r>
            <a:r>
              <a:rPr lang="en-US" sz="1950" dirty="0" err="1">
                <a:latin typeface="+mj-lt"/>
              </a:rPr>
              <a:t>dann</a:t>
            </a:r>
            <a:r>
              <a:rPr lang="en-US" sz="1950" dirty="0">
                <a:latin typeface="+mj-lt"/>
              </a:rPr>
              <a:t> </a:t>
            </a:r>
            <a:r>
              <a:rPr lang="en-US" sz="1950" dirty="0" err="1">
                <a:latin typeface="+mj-lt"/>
              </a:rPr>
              <a:t>drücke</a:t>
            </a:r>
            <a:r>
              <a:rPr lang="en-US" sz="1950" dirty="0">
                <a:latin typeface="+mj-lt"/>
              </a:rPr>
              <a:t> so schnell </a:t>
            </a:r>
            <a:r>
              <a:rPr lang="en-US" sz="1950" dirty="0" err="1">
                <a:latin typeface="+mj-lt"/>
              </a:rPr>
              <a:t>wie</a:t>
            </a:r>
            <a:r>
              <a:rPr lang="en-US" sz="1950" dirty="0">
                <a:latin typeface="+mj-lt"/>
              </a:rPr>
              <a:t> </a:t>
            </a:r>
            <a:r>
              <a:rPr lang="en-US" sz="1950" dirty="0" err="1">
                <a:latin typeface="+mj-lt"/>
              </a:rPr>
              <a:t>möglich</a:t>
            </a:r>
            <a:r>
              <a:rPr lang="en-US" sz="1950" dirty="0">
                <a:latin typeface="+mj-lt"/>
              </a:rPr>
              <a:t> auf das </a:t>
            </a:r>
            <a:r>
              <a:rPr lang="en-US" sz="1950" dirty="0" err="1">
                <a:latin typeface="+mj-lt"/>
              </a:rPr>
              <a:t>blaue</a:t>
            </a:r>
            <a:r>
              <a:rPr lang="en-US" sz="1950" dirty="0">
                <a:latin typeface="+mj-lt"/>
              </a:rPr>
              <a:t> Quadrat in der </a:t>
            </a:r>
            <a:r>
              <a:rPr lang="en-US" sz="1950" dirty="0" err="1">
                <a:latin typeface="+mj-lt"/>
              </a:rPr>
              <a:t>oberen</a:t>
            </a:r>
            <a:r>
              <a:rPr lang="en-US" sz="1950" dirty="0">
                <a:latin typeface="+mj-lt"/>
              </a:rPr>
              <a:t> </a:t>
            </a:r>
            <a:r>
              <a:rPr lang="en-US" sz="1950" dirty="0" err="1">
                <a:latin typeface="+mj-lt"/>
              </a:rPr>
              <a:t>rechten</a:t>
            </a:r>
            <a:r>
              <a:rPr lang="en-US" sz="1950" dirty="0">
                <a:latin typeface="+mj-lt"/>
              </a:rPr>
              <a:t> </a:t>
            </a:r>
            <a:r>
              <a:rPr lang="en-US" sz="1950" dirty="0" err="1">
                <a:latin typeface="+mj-lt"/>
              </a:rPr>
              <a:t>Ecke</a:t>
            </a:r>
            <a:r>
              <a:rPr lang="en-US" sz="1950" dirty="0">
                <a:latin typeface="+mj-lt"/>
              </a:rPr>
              <a:t>.</a:t>
            </a:r>
          </a:p>
          <a:p>
            <a:pPr marL="0" indent="0">
              <a:buNone/>
            </a:pPr>
            <a:endParaRPr lang="en-US" dirty="0"/>
          </a:p>
        </p:txBody>
      </p:sp>
    </p:spTree>
    <p:extLst>
      <p:ext uri="{BB962C8B-B14F-4D97-AF65-F5344CB8AC3E}">
        <p14:creationId xmlns:p14="http://schemas.microsoft.com/office/powerpoint/2010/main" val="3254162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36582-5AE3-3D63-CB35-CC7AC3BDF317}"/>
              </a:ext>
            </a:extLst>
          </p:cNvPr>
          <p:cNvSpPr>
            <a:spLocks noGrp="1"/>
          </p:cNvSpPr>
          <p:nvPr>
            <p:ph idx="1"/>
          </p:nvPr>
        </p:nvSpPr>
        <p:spPr>
          <a:xfrm>
            <a:off x="529258" y="473903"/>
            <a:ext cx="7886700" cy="4351338"/>
          </a:xfrm>
        </p:spPr>
        <p:txBody>
          <a:bodyPr>
            <a:normAutofit/>
          </a:bodyPr>
          <a:lstStyle/>
          <a:p>
            <a:pPr marL="0" indent="0">
              <a:buNone/>
            </a:pPr>
            <a:r>
              <a:rPr lang="de-DE" sz="1800" dirty="0">
                <a:latin typeface="+mj-lt"/>
              </a:rPr>
              <a:t>Wie </a:t>
            </a:r>
            <a:r>
              <a:rPr lang="de-DE" sz="1800" b="1" dirty="0"/>
              <a:t>wahrscheinlich</a:t>
            </a:r>
            <a:r>
              <a:rPr lang="de-DE" sz="1800" dirty="0">
                <a:latin typeface="+mj-lt"/>
              </a:rPr>
              <a:t> ist es, dass dies </a:t>
            </a:r>
            <a:r>
              <a:rPr lang="de-DE" sz="1800" b="1" dirty="0"/>
              <a:t>für Alex schmerzhaft</a:t>
            </a:r>
            <a:r>
              <a:rPr lang="de-DE" sz="1800" dirty="0"/>
              <a:t> </a:t>
            </a:r>
            <a:r>
              <a:rPr lang="de-DE" sz="1800" dirty="0">
                <a:latin typeface="+mj-lt"/>
              </a:rPr>
              <a:t>sein wird?</a:t>
            </a:r>
          </a:p>
          <a:p>
            <a:pPr marL="0" indent="0">
              <a:buNone/>
            </a:pPr>
            <a:endParaRPr lang="de-DE" sz="1800" dirty="0">
              <a:latin typeface="+mj-lt"/>
            </a:endParaRPr>
          </a:p>
          <a:p>
            <a:pPr marL="0" indent="0">
              <a:buNone/>
            </a:pPr>
            <a:r>
              <a:rPr lang="de-DE" sz="1800" dirty="0">
                <a:latin typeface="+mj-lt"/>
              </a:rPr>
              <a:t>Bitte antworte anhand der nachstehenden Bewertungsskala. </a:t>
            </a:r>
            <a:r>
              <a:rPr lang="de-DE" sz="1800" i="1" dirty="0">
                <a:latin typeface="+mj-lt"/>
              </a:rPr>
              <a:t>Du hast 6 Sekunden Zeit für deine Antwort.</a:t>
            </a:r>
          </a:p>
        </p:txBody>
      </p:sp>
    </p:spTree>
    <p:extLst>
      <p:ext uri="{BB962C8B-B14F-4D97-AF65-F5344CB8AC3E}">
        <p14:creationId xmlns:p14="http://schemas.microsoft.com/office/powerpoint/2010/main" val="1961031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F09077-9979-6F95-0CBB-FB9EC1283ED4}"/>
              </a:ext>
            </a:extLst>
          </p:cNvPr>
          <p:cNvSpPr>
            <a:spLocks noGrp="1"/>
          </p:cNvSpPr>
          <p:nvPr>
            <p:ph idx="1"/>
          </p:nvPr>
        </p:nvSpPr>
        <p:spPr>
          <a:xfrm>
            <a:off x="509380" y="324816"/>
            <a:ext cx="7886700" cy="4351338"/>
          </a:xfrm>
        </p:spPr>
        <p:txBody>
          <a:bodyPr>
            <a:normAutofit/>
          </a:bodyPr>
          <a:lstStyle/>
          <a:p>
            <a:pPr marL="0" indent="0">
              <a:buNone/>
            </a:pPr>
            <a:r>
              <a:rPr lang="de-DE" sz="1800" dirty="0">
                <a:latin typeface="+mj-lt"/>
              </a:rPr>
              <a:t>Wie viel </a:t>
            </a:r>
            <a:r>
              <a:rPr lang="de-DE" sz="1800" b="1" dirty="0"/>
              <a:t>Angst</a:t>
            </a:r>
            <a:r>
              <a:rPr lang="de-DE" sz="1800" b="1" dirty="0">
                <a:latin typeface="+mj-lt"/>
              </a:rPr>
              <a:t> </a:t>
            </a:r>
            <a:r>
              <a:rPr lang="de-DE" sz="1800" dirty="0">
                <a:latin typeface="+mj-lt"/>
              </a:rPr>
              <a:t>hast </a:t>
            </a:r>
            <a:r>
              <a:rPr lang="de-DE" sz="1800" b="1" dirty="0"/>
              <a:t>du</a:t>
            </a:r>
            <a:r>
              <a:rPr lang="de-DE" sz="1800" b="1" dirty="0">
                <a:latin typeface="+mj-lt"/>
              </a:rPr>
              <a:t> </a:t>
            </a:r>
            <a:r>
              <a:rPr lang="de-DE" sz="1800" dirty="0">
                <a:latin typeface="+mj-lt"/>
              </a:rPr>
              <a:t>im Moment?</a:t>
            </a:r>
          </a:p>
          <a:p>
            <a:pPr marL="0" indent="0">
              <a:buNone/>
            </a:pPr>
            <a:endParaRPr lang="de-DE" sz="1800" dirty="0">
              <a:latin typeface="+mj-lt"/>
            </a:endParaRPr>
          </a:p>
          <a:p>
            <a:pPr marL="0" indent="0">
              <a:buNone/>
            </a:pPr>
            <a:r>
              <a:rPr lang="de-DE" sz="1800" dirty="0">
                <a:latin typeface="+mj-lt"/>
              </a:rPr>
              <a:t>Bitte antworte anhand der nachstehenden Bewertungsskala. </a:t>
            </a:r>
            <a:r>
              <a:rPr lang="de-DE" sz="1800" i="1" dirty="0">
                <a:latin typeface="+mj-lt"/>
              </a:rPr>
              <a:t>Du hast 6 Sekunden Zeit für deine Antwort.</a:t>
            </a:r>
          </a:p>
          <a:p>
            <a:pPr marL="0" indent="0">
              <a:buNone/>
            </a:pPr>
            <a:endParaRPr lang="en-US" sz="1800" dirty="0"/>
          </a:p>
        </p:txBody>
      </p:sp>
    </p:spTree>
    <p:extLst>
      <p:ext uri="{BB962C8B-B14F-4D97-AF65-F5344CB8AC3E}">
        <p14:creationId xmlns:p14="http://schemas.microsoft.com/office/powerpoint/2010/main" val="1677738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B68025-D68B-96C6-5EB2-2354D8EBA903}"/>
              </a:ext>
            </a:extLst>
          </p:cNvPr>
          <p:cNvSpPr>
            <a:spLocks noGrp="1"/>
          </p:cNvSpPr>
          <p:nvPr>
            <p:ph idx="1"/>
          </p:nvPr>
        </p:nvSpPr>
        <p:spPr>
          <a:xfrm>
            <a:off x="429867" y="483843"/>
            <a:ext cx="6398315" cy="4351338"/>
          </a:xfrm>
        </p:spPr>
        <p:txBody>
          <a:bodyPr>
            <a:normAutofit/>
          </a:bodyPr>
          <a:lstStyle/>
          <a:p>
            <a:pPr marL="0" indent="0">
              <a:buNone/>
            </a:pPr>
            <a:r>
              <a:rPr lang="de-DE" sz="1800" b="1" dirty="0"/>
              <a:t>Du bist am Ende des Experiments angekommen. Danke, dass du dir Zeit genommen hast, mir zu helfen!</a:t>
            </a:r>
          </a:p>
          <a:p>
            <a:pPr marL="0" indent="0">
              <a:buNone/>
            </a:pPr>
            <a:r>
              <a:rPr lang="de-DE" sz="1800" dirty="0">
                <a:latin typeface="+mj-lt"/>
              </a:rPr>
              <a:t>Ich habe noch ein paar Fragen an dich, die du sehen wirst, wenn du auf den grünen Pfeil klickst. Dies wird der letzte Teil der Studie sein und sollte etwa 10-15 Minuten dauern.</a:t>
            </a:r>
          </a:p>
          <a:p>
            <a:pPr marL="0" indent="0">
              <a:buNone/>
            </a:pPr>
            <a:endParaRPr lang="en-US" sz="1800" dirty="0"/>
          </a:p>
        </p:txBody>
      </p:sp>
    </p:spTree>
    <p:extLst>
      <p:ext uri="{BB962C8B-B14F-4D97-AF65-F5344CB8AC3E}">
        <p14:creationId xmlns:p14="http://schemas.microsoft.com/office/powerpoint/2010/main" val="3000614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328</TotalTime>
  <Words>591</Words>
  <Application>Microsoft Macintosh PowerPoint</Application>
  <PresentationFormat>On-screen Show (4:3)</PresentationFormat>
  <Paragraphs>38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Brinkmann, Clara (Stud. FPN / Alumni FPN)</dc:creator>
  <cp:lastModifiedBy>Emma Elizabeth Biggs</cp:lastModifiedBy>
  <cp:revision>7</cp:revision>
  <dcterms:created xsi:type="dcterms:W3CDTF">2022-07-20T08:27:36Z</dcterms:created>
  <dcterms:modified xsi:type="dcterms:W3CDTF">2022-07-20T17:42:08Z</dcterms:modified>
</cp:coreProperties>
</file>